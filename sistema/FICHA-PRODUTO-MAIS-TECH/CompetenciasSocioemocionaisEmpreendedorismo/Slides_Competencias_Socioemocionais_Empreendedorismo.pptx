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Socioemocionais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Empreendedorismo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RIO DO SUL MAIS TECH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Prefeitura Municipal de Rio do Sul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3657600"/>
            <a:ext cx="5486400" cy="73152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UC: Competências Socioemocionais e Empreendedorismo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Horária: 36h presenciais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Modalidade: Presencial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Programa: Rio do Sul Mais Tech — SENAI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Professor(a)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___________________________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Formação: _______________________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Experiência: _____________________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 ________________________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Dinâmica: Avião de Papel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Pegue um papel e escreva seu NOME e uma PALAVRA que te descreve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Dobre o papel em formato de avião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Lance o avião pela sala ao sinal do professor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Pegue o avião que parar perto de você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Apresente o colega cujo avião você pegou!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Ensino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5943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23444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344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horas presenciais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560320" cy="5943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201168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116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encontros de 2 horas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560320" cy="5943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278892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7889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a sexta-feira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2560320" cy="5943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356616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5661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 (CEPLAS / Roberto Machado / Aníbal de Barba)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Técnicas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tipos de negócios e formas de empreendedorismo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perfil empreendedor e suas características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comportamento ético nas relações profissionais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virtudes do empreendedor de sucesso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conceitos de sustentabilidade e os 5R's no cotidiano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Socioemocionais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Autoconhecimento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2336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emocional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assertiva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402336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 e colaboração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286000"/>
            <a:ext cx="402336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286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responsabilidade social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3383280"/>
            <a:ext cx="402336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383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e persistência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Programático — 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5R's da Sustentabilidade (Reduzir, Reutilizar, Reciclar, Recusar, Reparar)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Sustentabilidade e meio ambiente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seletiva — cores das lixeiras e materiais recicláveis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da água e importância da preservação hídrica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ambiental básica e responsabilidade coletiva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Programático — II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empreendedor e o que o define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empreendimentos: produto, serviço, digital, social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negócios: estrutura e importância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Identificando oportunidades de negócio no cotidiano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Programático — III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e pequenas empresas: conceito, porte e relevância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empreendedorismo: da ideia à ação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Intraempreendedorismo: inovar dentro de uma organização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socioemocionais aplicadas ao mundo do trabalho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 da Turma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188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a todos os colegas e ao professor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74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 nos encontros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5720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25603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560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no modo silencioso durante as aulas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5720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2461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2461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ativa nas atividades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45720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5840" y="39319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931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 e espírito de equipe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Será Avaliado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1 a 4 em cada atividade realizada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 obrigatória: 75%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para aprovação: 7,0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práticas, apresentações e participação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contínua ao longo de todos os encontros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 Atitude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postura, respeito e pontualidade fazem parte da sua avaliação.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de trabalho valoriza quem é comprometido, colaborativo e ético.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UC, você desenvolve habilidades que vão além do conteúdo técnico — você desenvolve o profissional que vai ser!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Aprendizagem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UC, você apresentará um MINI PLANO DE NEGÓCIOS com uma ideia de produto ou serviço sustentável.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deverá incluir: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Descrição do produto/serviço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Público-alvo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Impacto ambiental e social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Diferenciais e oportunidades de mercado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Empreendedorismo?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Empreendedorismo é a capacidade de identificar oportunidades e criar algo novo com valor para a sociedade.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empreendedor transforma ideias em negócios, resolve problemas reais e gera impacto positivo.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114800" cy="35661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Empreendedores Brasileiros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Guilherme Pasin — criou app de reciclagem aos 16 anos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Lins — desenvolveu horta comunitária digital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Lacerda — plataforma de tutoria entre alunos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Empreendedor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14630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 em soluções inovadoras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560320" cy="14630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desiste diante de desafios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560320" cy="14630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com honestidade e respeito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2560320" cy="14630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oportunidades à frente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560320" cy="14630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 e motiva pessoas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788920"/>
            <a:ext cx="2560320" cy="14630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3504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processos e produtos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Negócios na Economia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286000" cy="7315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43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Físico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143000"/>
            <a:ext cx="6217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1430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roupas, alimentos, eletrônicos, artesanato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286000" cy="7315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2011680"/>
            <a:ext cx="6217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0116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cabeleireiro, aulas particulares, conserto de celular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2286000" cy="7315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880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Online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2880360"/>
            <a:ext cx="6217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88036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aplicativo, curso online, loja virtual, streaming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2286000" cy="7315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Sustentável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3749040"/>
            <a:ext cx="6217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7490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ONG, cooperativa, negócio de reciclagem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5R's da Sustentabilidade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544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43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15544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10512"/>
            <a:ext cx="1463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 menos — compre apenas o necessário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3392" y="1143000"/>
            <a:ext cx="1554480" cy="5029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1993392" y="1143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93392" y="1719072"/>
            <a:ext cx="15544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810512"/>
            <a:ext cx="1463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novamente — pote de vidro como porta-lápis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12464" y="1143000"/>
            <a:ext cx="1554480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3" name="Text 11"/>
          <p:cNvSpPr/>
          <p:nvPr/>
        </p:nvSpPr>
        <p:spPr>
          <a:xfrm>
            <a:off x="3712464" y="1143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12464" y="1719072"/>
            <a:ext cx="15544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1810512"/>
            <a:ext cx="1463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— papel velho vira caderno artesanal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31536" y="1143000"/>
            <a:ext cx="1554480" cy="5029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1143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31536" y="1719072"/>
            <a:ext cx="15544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7256" y="1810512"/>
            <a:ext cx="1463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não — recuse sacola plástica desnecessária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50608" y="1143000"/>
            <a:ext cx="1554480" cy="5029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1" name="Text 19"/>
          <p:cNvSpPr/>
          <p:nvPr/>
        </p:nvSpPr>
        <p:spPr>
          <a:xfrm>
            <a:off x="7150608" y="1143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50608" y="1719072"/>
            <a:ext cx="15544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1810512"/>
            <a:ext cx="1463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Conserte — roupa rasgada pode ser costurada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Ambiente e Sustentabilidade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Coleta Seletiva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097280" cy="5303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0020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e papelão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1097280" cy="5303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5856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25856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16936"/>
            <a:ext cx="1097280" cy="5303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91693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2916936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75304"/>
            <a:ext cx="1097280" cy="5303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57530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3575304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Plástico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Ciclo da Água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16002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Evaporação — água aquece e vira vapor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Condensação — vapor forma nuvens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Precipitação — chuva, neve, granizo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Infiltração e escoamento — volta ao lençol freático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Identificar Oportunidades de Negócio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48640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43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143000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143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problemas do cotidiano — onde as pessoas reclamam, há oportunidade de solução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548640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2996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029968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2996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o que as pessoas precisam — pesquise com família, amigos e vizinhos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16936"/>
            <a:ext cx="548640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91693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916936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916936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tendências — o que está em alta? Sustentabilidade, tecnologia, saúde?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803904"/>
            <a:ext cx="548640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80390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803904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803904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suas habilidades a necessidades — o que você sabe fazer que ajuda os outros?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e Pequenas Empresas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Microempresa (ME): faturamento até R$ 360.000/ano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Pequena empresa (EPP): até R$ 4,8 milhões/ano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Podem ser MEI (Microempreendedor Individual)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Respondem por 99% das empresas no Brasil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97680" cy="35661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64592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Geram mais de 50% dos empregos formais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Movimentam a economia local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Estimulam a inovação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Fortalecem comunidades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São a porta de entrada para o empreendedorismo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Negócios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6400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produto/serviço?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097280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097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claramente o que você vai oferecer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3931920" cy="6400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8470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público-alvo?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47088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84708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comprar? Qual a faixa etária, onde mora?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3931920" cy="6400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59689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vai custar?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2596896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59689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Materiais, tempo, produção e preço de venda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3931920" cy="6400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34670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vai vender?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346704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346704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física, redes sociais, boca a boca?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096512"/>
            <a:ext cx="3931920" cy="6400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09651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diferencial?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4096512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40965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seu produto tem que o concorrente não tem?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Intraempreendedorismo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empreender DENTRO de uma empresa ou organização — inovar sem abrir seu próprio negócio!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práticos: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 que propõe um sistema de economia de energia na empresa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que cria novo produto/serviço internamente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que organiza grupo de estudos no colégio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Socioemocionais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habilidades que nos ajudam a lidar com nossas emoções, conviver bem com as pessoas e tomar boas decisões.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3200400" cy="5029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011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Autoconhecimento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011680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011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seus pontos fortes e fracos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78608"/>
            <a:ext cx="3200400" cy="5029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578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Autogestão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578608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5786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emoções e comportamentos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45536"/>
            <a:ext cx="3200400" cy="5029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14553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3145536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1455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Colocar-se no lugar do outro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712464"/>
            <a:ext cx="3200400" cy="5029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71246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Sociais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712464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7124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Comunicar-se e colaborar bem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279392"/>
            <a:ext cx="3200400" cy="5029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2793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 de Decisão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4279392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279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de forma responsável e ética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Autoconhecimento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Autoconhecimento é saber quem você é: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são seus pontos fortes?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que você precisa melhorar?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você reage sob pressão?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são seus valores?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se conhece toma decisões melhores!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97680" cy="35661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Emocional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64592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desenvolver: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Identifique suas emoções sem julgamento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Respire antes de reagir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Pratique escuta ativa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Busque feedback de quem confia em você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Escreva um diário emocional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e Colaborar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o que pensa com respeito — ser claro sem ser agressivo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Escutar ativamente — prestar atenção real ao que o outro fala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Valorizar a contribuição de todos — cada ideia importa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conflitos com diálogo — evitar discussões improdutivas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em equipe é uma competência valorizada em TODAS as profissões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no Mundo do Trabalho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7772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é agir com honestidade, respeito e responsabilidade — mesmo quando ninguém está olhando.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Atitudes ÉTICAS: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Atitudes ANTIÉTICAS: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32004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4231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Cumprir prazos e compromissos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32004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9718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o trabalho alheio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32004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5204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honesto com clientes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69080"/>
            <a:ext cx="32004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0690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069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créditos com a equipe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423160"/>
            <a:ext cx="32004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4231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trabalho de colegas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971800"/>
            <a:ext cx="32004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9718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Mentir para cliente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3520440"/>
            <a:ext cx="32004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5204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520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Prejudicar concorrente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4069080"/>
            <a:ext cx="32004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0690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069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Assumir mérito dos outros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vida não é sobre esperar a tempestade passar, mas aprender a dançar na chuva."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resiliência?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capacidade de superar adversidades, adaptar-se a mudanças e continuar seguindo em frente depois de dificuldades.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desenvolver: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Encare erros como aprendizado, não como fracasso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apoio em amigos, família e professores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Celebre pequenas conquistas no caminho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Rio do Sul Mais Tech · SENAI · UC: Competências Socioemocionais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nesta UC?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Empreendedorismo e tipos de negócios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Sustentabilidade e os 5R's no dia a dia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negócios e identificação de oportunidades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socioemocionais para o mundo do trabalho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Ética, comunicação assertiva e resiliência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pronto para empreender com responsabilidade!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2026-08-19T23:41:22Z</dcterms:created>
  <dcterms:modified xsi:type="dcterms:W3CDTF">2026-08-19T23:41:22Z</dcterms:modified>
</cp:coreProperties>
</file>