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3474720"/>
            <a:ext cx="1645920" cy="1645920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 · Iniciação Profissional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6858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Competências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Socioemocionais e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Empreendedorismo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520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DO SUL MAIS TECH · SENAI · Iniciação Profissional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200400" cy="36576"/>
          </a:xfrm>
          <a:prstGeom prst="rect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1605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Municipal de Rio do Sul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E7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457200"/>
            <a:ext cx="5486400" cy="5486400"/>
          </a:xfrm>
          <a:prstGeom prst="ellipse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" y="3200400"/>
            <a:ext cx="2011680" cy="2011680"/>
          </a:xfrm>
          <a:prstGeom prst="ellipse">
            <a:avLst/>
          </a:prstGeom>
          <a:solidFill>
            <a:srgbClr val="4CAF78"/>
          </a:solidFill>
          <a:ln w="12700">
            <a:solidFill>
              <a:srgbClr val="4CAF7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Rio do Sul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Tech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Nacional de Aprendizagem Industrial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0E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Competências Socioemocionais e Empreendedorismo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da Unidade Curricular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834640" y="11430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Competências Socioemocionais e Empreendedorismo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645920"/>
            <a:ext cx="8595360" cy="45720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34640" y="1645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do Sul Mais Tech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148840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148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Instituição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34640" y="2148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8595360" cy="45720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 Total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2651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horas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154680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154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83464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8595360" cy="45720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834640" y="36576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do 8º e 9º ano do Ensino Fundamental (12–15 anos)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4160520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834640" y="4160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LabTEC Ceplas · LabTEC Roberto Machado · LabTEC Aníbal de Barba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— Professor(a)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194560" cy="219456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92608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1783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Atuação: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971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2608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/ AVA: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3566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Bem-vindos à UC de Competências Socioemocionais e Empreendedorismo!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C5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E0A800"/>
          </a:solidFill>
          <a:ln w="12700">
            <a:solidFill>
              <a:srgbClr val="E0A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A2D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nos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A2D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conhecer!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365760" y="1874520"/>
            <a:ext cx="8412480" cy="36576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— AVIÃO DE PAPEL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Cada aluno recebe uma folha e escreve: nome, cidade onde nasceu, um sonho e uma habilidade.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85292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Dobrem a folha em formato de avião de papel.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2841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Ao sinal, todos jogam o avião para frente da sala.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039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Cada aluno pega um avião (que não seja o seu) e lê as informações em voz alta.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27939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 turma tenta adivinhar de quem é o avião antes de revelar.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Ensino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8595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271016"/>
            <a:ext cx="201168" cy="201168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0972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09728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Competências Socioemocionais e Empreendedorismo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8595360" cy="530352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865376"/>
            <a:ext cx="201168" cy="201168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69164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169164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horas | 18 encontros de 2h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286000"/>
            <a:ext cx="8595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459736"/>
            <a:ext cx="201168" cy="201168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8600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e Horários: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228600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 (a definir)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8595360" cy="530352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054096"/>
            <a:ext cx="201168" cy="201168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288036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 / LabTEC: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288036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LabTEC Ceplas · Roberto Machado · Aníbal de Barba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3474720"/>
            <a:ext cx="8595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648456"/>
            <a:ext cx="201168" cy="201168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4747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Início: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017520" y="3474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4320" y="4069080"/>
            <a:ext cx="8595360" cy="530352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242816"/>
            <a:ext cx="201168" cy="201168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40690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 Previsto: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017520" y="406908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Técnicas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143000"/>
            <a:ext cx="201168" cy="777240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4300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197864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os tipos de negócios existentes em nossa economia e os pontos críticos que envolvem uma negociação.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595360" cy="7772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057400"/>
            <a:ext cx="201168" cy="777240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05740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112264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o perfil das pessoas empreendedoras.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85953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971800"/>
            <a:ext cx="201168" cy="777240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97180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026664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Adotar comportamento ético no exercício das atividades frente ao mercado.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886200"/>
            <a:ext cx="8595360" cy="7772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3886200"/>
            <a:ext cx="201168" cy="777240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88620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3941064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as virtudes que serão úteis para empreendedores de sucesso na empresa.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Socioemocionais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*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43000" y="12344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Autoconhecimento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158191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emoções, pontos fortes e áreas de melhoria.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60520" cy="109728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12801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+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577840" y="12344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Colaboracao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158191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em equipe com respeito e comunicação eficaz.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3774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514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&gt;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43000" y="24688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Criatividade e Inovacao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81635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 soluções originais e pensar fora da caixa.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377440"/>
            <a:ext cx="4160520" cy="109728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2514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&gt;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577840" y="24688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281635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Cumprir compromissos e assumir as consequências das escolhas.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6118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749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&gt;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143000" y="37033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Resiliencia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43000" y="40507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Superar desafios e aprender com os erros.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611880"/>
            <a:ext cx="4160520" cy="109728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3749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&gt;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577840" y="37033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Comunicacao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77840" y="40507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Expressar ideias com clareza e ouvir ativamente.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Programático — Bloco 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69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430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Sustentabilidade e Responsabilidade Ambiental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Os 5R's: Recusar, Reduzir, Reutilizar, Reciclar, Recuperar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3042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Coleta seletiva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779776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Ciclo da água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55264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Agenda Ambiental da Administração Pública (A3P)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Legislação brasileira ambiental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20624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Primavera Silenciosa (Rachel Carson)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1097280"/>
            <a:ext cx="4251960" cy="365760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43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Encontros relacionados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17373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5 — Sustentabilidade: 5R's e coleta seletiva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0" y="24231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6 — Ciclo da água e legislação ambiental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31089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7 — Agenda Ambiental (A3P) e Primavera Silenciosa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Programático — Bloco 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7043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Empreendedorismo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3931920" cy="566928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0136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Conceito de empreendedor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41448"/>
            <a:ext cx="3931920" cy="566928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973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Tipos de empreendimentos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3099816"/>
            <a:ext cx="3931920" cy="566928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118104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Micro e pequenas empresas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758184"/>
            <a:ext cx="3931920" cy="566928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7647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Identificando oportunidades de negócio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0" y="1783080"/>
            <a:ext cx="4251960" cy="566928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801368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Planejamento e empreendedorismo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0" y="2441448"/>
            <a:ext cx="4251960" cy="566928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459736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Plano de negócios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3099816"/>
            <a:ext cx="4251960" cy="566928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3118104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Intraempreendedor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0" y="3758184"/>
            <a:ext cx="4251960" cy="566928"/>
          </a:xfrm>
          <a:prstGeom prst="rect">
            <a:avLst/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776472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Ética nos negócios e mercado de trabalho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Encontros (18 × 2h = 36h)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1097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ser empreendedor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0972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39312" y="1097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empreendedor e autoconhecimento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0972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65392" y="1097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emocional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1728216"/>
            <a:ext cx="2743200" cy="5486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728216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172821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Comunicação, trabalho em equipe e liderança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1728216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1728216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39312" y="172821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Sustentabilidade: 5R's e coleta seletiva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1728216"/>
            <a:ext cx="2743200" cy="5486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28216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65392" y="172821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da água e legislação ambiental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359152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359152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" y="2359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A3P e Primavera Silenciosa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359152"/>
            <a:ext cx="2743200" cy="5486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359152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39312" y="2359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nos negócios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2359152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2359152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65392" y="2359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negócios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4320" y="2990088"/>
            <a:ext cx="2743200" cy="5486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2990088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" y="29900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 e pequenas empresas (MPEs)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0" y="2990088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0" y="2990088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39312" y="29900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Identificando oportunidades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990088"/>
            <a:ext cx="2743200" cy="5486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0" y="2990088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565392" y="29900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estratégico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3621024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3621024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13232" y="362102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negócios — Parte 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621024"/>
            <a:ext cx="2743200" cy="5486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00400" y="3621024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39312" y="362102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negócios — Parte 2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26480" y="3621024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26480" y="3621024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565392" y="362102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Intraempreendedorismo e inovação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74320" y="4251960"/>
            <a:ext cx="2743200" cy="54864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4320" y="42519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13232" y="42519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200400" y="4251960"/>
            <a:ext cx="2743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0" y="42519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39312" y="42519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Virtudes do empreendedor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126480" y="4251960"/>
            <a:ext cx="2743200" cy="548640"/>
          </a:xfrm>
          <a:prstGeom prst="rect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26480" y="42519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565392" y="42519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 Negócio (Projeto Final)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4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457200"/>
            <a:ext cx="3200400" cy="320040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4CAF78"/>
          </a:solidFill>
          <a:ln w="12700">
            <a:solidFill>
              <a:srgbClr val="4CAF7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Combinados da Turma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&gt;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05840" y="1051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Uniforme obrigatório em todos os encontros.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7099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&gt;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1709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permitido apenas no intervalo de 15 minutos.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23682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&gt;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236829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bonés durante as aulas.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30266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&gt;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30266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fone de ouvido durante as explicações.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36850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&gt;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05840" y="3685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saídas em excesso para não atrapalhar a turma.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" y="4343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&gt;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05840" y="4343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Respeito mútuo é inegociável.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Avaliação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889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em Sala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1762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práticas realizadas nos encontros, entregues pelo AVA.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30632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788920" cy="2560320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0972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337560" y="1645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Objetiva + Prova Prática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21762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Prova Objetiva (teoria) + 1 Prova Prática (aplicação).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30632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788920" cy="2560320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0972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309360" y="1645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de Aprendizagem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21762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integrador desenvolvido ao longo da UC.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30632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274320" y="3794760"/>
            <a:ext cx="8595360" cy="685800"/>
          </a:xfrm>
          <a:prstGeom prst="rect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822192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Aprovacao: Frequência ≥ 75%  +  Média Final ≥ 7,0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de Comportamento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280160"/>
            <a:ext cx="411480" cy="41148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527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&gt;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143000"/>
            <a:ext cx="1828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Pontualidade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880360" y="1143000"/>
            <a:ext cx="5852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Chegar no horário e cumprir os prazos das atividades.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1892808"/>
            <a:ext cx="8595360" cy="667512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029968"/>
            <a:ext cx="411480" cy="41148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00253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&gt;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1892808"/>
            <a:ext cx="1828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80360" y="1892808"/>
            <a:ext cx="5852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Engajamento ativo nas aulas, debates e dinâmicas.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2642616"/>
            <a:ext cx="859536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779776"/>
            <a:ext cx="411480" cy="41148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523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&gt;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2642616"/>
            <a:ext cx="1828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80360" y="2642616"/>
            <a:ext cx="5852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colegas, professor(a) e patrimônio com respeito.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3392424"/>
            <a:ext cx="8595360" cy="667512"/>
          </a:xfrm>
          <a:prstGeom prst="rect">
            <a:avLst/>
          </a:prstGeom>
          <a:solidFill>
            <a:srgbClr val="D0E8DA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529584"/>
            <a:ext cx="411480" cy="41148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5021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&gt;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3392424"/>
            <a:ext cx="1828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Colaboração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880360" y="3392424"/>
            <a:ext cx="5852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Apoiar os colegas e contribuir com o trabalho em equipe.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4320" y="4142232"/>
            <a:ext cx="859536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279392"/>
            <a:ext cx="411480" cy="41148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&gt;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0120" y="4142232"/>
            <a:ext cx="1828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880360" y="4142232"/>
            <a:ext cx="5852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atividades e cumprir os combinados da turma.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4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731520"/>
            <a:ext cx="3657600" cy="3657600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-457200"/>
            <a:ext cx="2286000" cy="2286000"/>
          </a:xfrm>
          <a:prstGeom prst="ellipse">
            <a:avLst/>
          </a:prstGeom>
          <a:solidFill>
            <a:srgbClr val="4CAF78"/>
          </a:solidFill>
          <a:ln w="12700">
            <a:solidFill>
              <a:srgbClr val="4CAF7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de Aprendizagem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de Negocio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54864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55648"/>
            <a:ext cx="5303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um problema real da comunidade e propor uma solução empreendedora.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" y="2359152"/>
            <a:ext cx="5486400" cy="548640"/>
          </a:xfrm>
          <a:prstGeom prst="rect">
            <a:avLst/>
          </a:prstGeom>
          <a:solidFill>
            <a:srgbClr val="162E42"/>
          </a:solidFill>
          <a:ln w="12700">
            <a:solidFill>
              <a:srgbClr val="162E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77440"/>
            <a:ext cx="5303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Elaborar um Plano de Negócios simplificado com: público-alvo, produto/serviço, estratégia e viabilidade.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980944"/>
            <a:ext cx="54864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99232"/>
            <a:ext cx="5303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Apresentar o Pitch em até 5 minutos para a turma (banca avaliadora).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65760" y="3602736"/>
            <a:ext cx="5486400" cy="548640"/>
          </a:xfrm>
          <a:prstGeom prst="rect">
            <a:avLst/>
          </a:prstGeom>
          <a:solidFill>
            <a:srgbClr val="162E42"/>
          </a:solidFill>
          <a:ln w="12700">
            <a:solidFill>
              <a:srgbClr val="162E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621024"/>
            <a:ext cx="5303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as competências socioemocionais: comunicação, colaboração e criatividade.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4224528"/>
            <a:ext cx="54864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242816"/>
            <a:ext cx="5303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Considerar critérios de sustentabilidade e responsabilidade ambiental no projeto.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Avaliação: 40% da nota final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2026-08-19T17:25:17Z</dcterms:created>
  <dcterms:modified xsi:type="dcterms:W3CDTF">2026-08-19T17:25:17Z</dcterms:modified>
</cp:coreProperties>
</file>