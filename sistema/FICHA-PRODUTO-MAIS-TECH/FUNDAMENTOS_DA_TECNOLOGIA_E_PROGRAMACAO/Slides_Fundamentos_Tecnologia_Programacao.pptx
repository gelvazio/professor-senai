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73152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Fundamentos da Tecnologia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 ProgramaÃ§Ã£o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E5FF"/>
                </a:solidFill>
              </a:rPr>
              <a:t>Rio do Sul Mais Tech Â· SENAI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Prefeitura Municipal de Rio do Sul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ECFFF"/>
                </a:solidFill>
              </a:rPr>
              <a:t>IniciaÃ§Ã£o Profissional Â· SENAI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97280"/>
            <a:ext cx="7315200" cy="2926080"/>
          </a:xfrm>
          <a:prstGeom prst="rect">
            <a:avLst/>
          </a:prstGeom>
          <a:solidFill>
            <a:srgbClr val="0A2F6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8872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RIO DO SUL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MAIS TECH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E5FF"/>
                </a:solidFill>
              </a:rPr>
              <a:t>SENAI Â· Prefeitura Municipal de Rio do Sul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ECFFF"/>
                </a:solidFill>
              </a:rPr>
              <a:t>Tecnologia que transforma vidas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IdentificaÃ§Ã£o da Unidade Curricular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070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UC: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834640" y="12070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Fundamentos da Tecnologia e ProgramaÃ§Ã£o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84124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013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Carga HorÃ¡ria: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180136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33 horas presenciais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841248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39572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Modalidade: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239572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Presencial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84124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9900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Encontros: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834640" y="299008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~17 encontros de 2h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5844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Programa: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34640" y="358444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Rio do Sul Mais Tech â€” SENAI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788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PÃºblico: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834640" y="41788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Alunos do 8Â° e 9Â° ano (12â€“15 anos)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ApresentaÃ§Ã£o do Professor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</a:rPr>
              <a:t>Nome: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137160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</a:rPr>
              <a:t>[Nome do Professor]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</a:rPr>
              <a:t>FormaÃ§Ã£o: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51760" y="1993392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</a:rPr>
              <a:t>[Ãrea de FormaÃ§Ã£o]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61518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</a:rPr>
              <a:t>ExperiÃªncia: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651760" y="2615184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</a:rPr>
              <a:t>[Anos de experiÃªncia / Ã¡rea de atuaÃ§Ã£o]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23697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</a:rPr>
              <a:t>Contato: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1760" y="3236976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</a:rPr>
              <a:t>[E-mail ou canal de comunicaÃ§Ã£o]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8587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</a:rPr>
              <a:t>Curiosidade: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651760" y="385876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</a:rPr>
              <a:t>[Uma curiosidade sobre vocÃª ou sua Ã¡rea]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DinÃ¢mica: AviÃ£o de Papel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</a:rPr>
              <a:t>Como funciona?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</a:rPr>
              <a:t>1.  Cada aluno recebe uma folha de papel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</a:rPr>
              <a:t>2.  Escreva: nome, uma habilidade que tem e uma expectativa do curso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</a:rPr>
              <a:t>3.  Dobre a folha em formato de aviÃ£o de papel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319125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</a:rPr>
              <a:t>4.  Ao sinal do professor, todos lanÃ§am os aviÃµes ao mesmo tempo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372160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</a:rPr>
              <a:t>5.  Cada um pega um aviÃ£o do chÃ£o e lÃª em voz alta para a turma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</a:rPr>
              <a:t>6.  Descobrimos os talentos e as expectativas da turma!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B3D91"/>
                </a:solidFill>
              </a:rPr>
              <a:t>Objetivo: conhecer a turma de forma leve e descontraÃ­da!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Plano de Ensino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93192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5" name="Shape 3"/>
          <p:cNvSpPr/>
          <p:nvPr/>
        </p:nvSpPr>
        <p:spPr>
          <a:xfrm>
            <a:off x="4343400" y="1188720"/>
            <a:ext cx="443484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0700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Carga HorÃ¡ria Total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34840" y="12070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33 horas presenciais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783080"/>
            <a:ext cx="393192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9" name="Shape 7"/>
          <p:cNvSpPr/>
          <p:nvPr/>
        </p:nvSpPr>
        <p:spPr>
          <a:xfrm>
            <a:off x="4343400" y="1783080"/>
            <a:ext cx="44348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80136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NÃºmero de Encontros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34840" y="180136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~17 encontros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377440"/>
            <a:ext cx="393192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377440"/>
            <a:ext cx="443484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3957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DuraÃ§Ã£o de cada encontro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23957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2 horas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971800"/>
            <a:ext cx="393192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7" name="Shape 15"/>
          <p:cNvSpPr/>
          <p:nvPr/>
        </p:nvSpPr>
        <p:spPr>
          <a:xfrm>
            <a:off x="4343400" y="2971800"/>
            <a:ext cx="44348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99008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Dias da semana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34840" y="299008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Segunda a sexta-feira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3566160"/>
            <a:ext cx="393192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3566160"/>
            <a:ext cx="443484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58444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Local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434840" y="358444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LabTEC (polo do aluno)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4160520"/>
            <a:ext cx="393192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3400" y="4160520"/>
            <a:ext cx="44348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17880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Forma de avaliaÃ§Ã£o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434840" y="41788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FrequÃªncia â‰¥ 75% + Nota â‰¥ 7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Capacidades TÃ©cnicas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" cy="41148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6128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161288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Entender o funcionamento de computadores, sistemas operacionais e redes bÃ¡sicas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673352"/>
            <a:ext cx="411480" cy="41148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69164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691640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Aplicar lÃ³gica sequencial para resolver problemas do cotidiano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203704"/>
            <a:ext cx="411480" cy="41148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221992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221992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Criar algoritmos simples usando estruturas de sequÃªncia, decisÃ£o e repetiÃ§Ã£o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734056"/>
            <a:ext cx="411480" cy="41148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752344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2752344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Identificar os conceitos de entrada, processamento e saÃ­da de dados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264408"/>
            <a:ext cx="411480" cy="41148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2826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3282696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Utilizar ferramentas digitais (Google Workspace) com produtividade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3794760"/>
            <a:ext cx="411480" cy="41148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81304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3813048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Pensar criativamente com tecnologia usando o Scratch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325112"/>
            <a:ext cx="411480" cy="41148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3434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4343400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Adotar postura Ã©tica e responsÃ¡vel no ambiente digital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Capacidades Socioemocionais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1554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801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FF"/>
                </a:solidFill>
              </a:rPr>
              <a:t>Curiosidade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Fazer perguntas, explorar e investigar sem medo de errar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4114800" cy="15544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8" name="Text 6"/>
          <p:cNvSpPr/>
          <p:nvPr/>
        </p:nvSpPr>
        <p:spPr>
          <a:xfrm>
            <a:off x="4892040" y="12801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FF"/>
                </a:solidFill>
              </a:rPr>
              <a:t>PersistÃªncia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9204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Tentar de novo quando o cÃ³digo nÃ£o funciona na primeira vez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926080"/>
            <a:ext cx="4114800" cy="1554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75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FF"/>
                </a:solidFill>
              </a:rPr>
              <a:t>ColaboraÃ§Ã£o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34747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Trabalhar em equipe, compartilhar soluÃ§Ãµes e ajudar colegas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2926080"/>
            <a:ext cx="4114800" cy="15544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30175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FF"/>
                </a:solidFill>
              </a:rPr>
              <a:t>Responsabilidade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E5FF"/>
                </a:solidFill>
              </a:rPr>
              <a:t>Digital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92040" y="34747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Usar a internet e a tecnologia de forma Ã©tica e segura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Conhecimentos I â€” Tecnologia e Cidadania Digital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64008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Tecnologia no cotidiano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383280" y="118872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Celular, streaming, apps, wearables â€” tecnologia estÃ¡ em todo lugar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202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EvoluÃ§Ã£o dos computadores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0" y="192024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De salas enormes nos anos 1940 ao dispositivo de bolso atual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8412480" cy="64008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Cidadania digital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83280" y="265176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Direitos, deveres e pegada digital na internet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841248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83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Fake News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338328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Como identificar notÃ­cias falsas e verificar fontes confiÃ¡veis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069080"/>
            <a:ext cx="8412480" cy="64008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148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Cyberbullying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83280" y="411480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O que Ã©, como age e como denunciar com seguranÃ§a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Conhecimentos II â€” Hardware, Software e OrganizaÃ§Ã£o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64008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Hardware vs Software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66160" y="11887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Componentes fÃ­sicos (o que vocÃª toca) vs programas (o que vocÃª usa)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20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Sistemas Operacionais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Windows, Linux, ChromeOS â€” diferenÃ§as e onde cada um Ã© usado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8412480" cy="64008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Componentes do PC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66160" y="26517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CPU, RAM, HD/SSD, placa-mÃ£e, GPU â€” funÃ§Ã£o de cada um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841248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832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OrganizaÃ§Ã£o de Arquivos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66160" y="33832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Pastas, criar, copiar, renomear e excluir arquivos com seguranÃ§a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069080"/>
            <a:ext cx="8412480" cy="64008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148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Atalhos do Teclado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41148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Ctrl+C, Ctrl+V, Ctrl+Z, Ctrl+X â€” produtividade na prÃ¡tica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Conhecimentos III â€” Google, Internet e Scratch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64008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Google Docs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0" y="118872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CriaÃ§Ã£o e ediÃ§Ã£o de textos colaborativos na nuvem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202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Google Slides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192024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ApresentaÃ§Ãµes digitais acessÃ­veis de qualquer dispositivo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8412480" cy="64008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Google Sheets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65176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Planilhas para organizar dados e fazer cÃ¡lculos simples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841248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83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Internet Segura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400" y="33832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Navegadores, senhas fortes, privacidade e golpes online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069080"/>
            <a:ext cx="8412480" cy="64008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14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Scratch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400" y="41148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ProgramaÃ§Ã£o visual com blocos para criar animaÃ§Ãµes e jogos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Combinados da Turma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612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âœ“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1170432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Respeitar colegas, professor e o espaÃ§o do LabTEC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773936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âœ“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1783080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Chegar no horÃ¡rio â€” pontualidade Ã© essencial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368296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386584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âœ“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2395728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Celular: apenas quando autorizado pelo professor para a atividade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980944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999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âœ“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3008376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Participar ativamente das atividades e dinÃ¢micas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593592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611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âœ“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621024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Cuidar dos equipamentos com responsabilidade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4206240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422452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âœ“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4233672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Expressar dÃºvidas sem medo â€” toda pergunta Ã© vÃ¡lida!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Sistema de AvaliaÃ§Ã£o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88720" cy="594360"/>
          </a:xfrm>
          <a:prstGeom prst="rect">
            <a:avLst/>
          </a:prstGeom>
          <a:solidFill>
            <a:srgbClr val="E85D04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207008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Nota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91640" y="1225296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NÃ£o atingiu os objetivos esperados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1188720" cy="59436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938528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Nota 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1956816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Atingiu parcialmente os objetivos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651760"/>
            <a:ext cx="1188720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670048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Nota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91640" y="2688336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Atingiu os objetivos com qualidade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383280"/>
            <a:ext cx="1188720" cy="594360"/>
          </a:xfrm>
          <a:prstGeom prst="rect">
            <a:avLst/>
          </a:prstGeom>
          <a:solidFill>
            <a:srgbClr val="1A7431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3401568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Nota 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91640" y="3419856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Superou os objetivos com destaque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17880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AprovaÃ§Ã£o: FrequÃªncia â‰¥ 75% E Nota â‰¥ 7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AvaliaÃ§Ã£o de Comportamento e Atitude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B3D91"/>
                </a:solidFill>
              </a:rPr>
              <a:t>O comportamento faz parte da sua formaÃ§Ã£o profissional.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8412480" cy="54864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7335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â†’  Pontualidade e comprometimento com os encontros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286000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1343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â†’  Respeito com colegas e com o espaÃ§o do LabTEC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926080"/>
            <a:ext cx="8412480" cy="54864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95351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â†’  ParticipaÃ§Ã£o ativa nas atividades e dinÃ¢micas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9359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â†’  Responsabilidade com os equipamentos e materiais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23367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â†’  Postura Ã©tica no uso da tecnologia e da internet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SituaÃ§Ã£o de Aprendizagem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344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E5FF"/>
                </a:solidFill>
              </a:rPr>
              <a:t>Projeto Final: AnimaÃ§Ã£o ou Jogo no Scratch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Criar uma animaÃ§Ã£o ou jogo no Scratch contando sua histÃ³ria de vida,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um desafio do seu bairro ou uma mensagem para o mundo.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5FF"/>
                </a:solidFill>
              </a:rPr>
              <a:t>O projeto deve incluir: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7680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Personagem animado com movimentos e sons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502152"/>
            <a:ext cx="7680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Pelo menos uma estrutura de decisÃ£o (se/entÃ£o)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849624"/>
            <a:ext cx="7680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Uma mensagem clara para quem assistir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 que Ã© Tecnologia?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</a:rPr>
              <a:t>Tecnologia Ã© o uso do conhecimento para criar ferramentas, sistemas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</a:rPr>
              <a:t>e soluÃ§Ãµes que facilitam a vida das pessoas.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841248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47672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Celular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834640" y="1947672"/>
            <a:ext cx="5760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ComunicaÃ§Ã£o, entretenimento, cÃ¢mera, GPS e muito mais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496312"/>
            <a:ext cx="84124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23744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Streaming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4640" y="2523744"/>
            <a:ext cx="5760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Netflix, Spotify â€” conteÃºdo sob demanda, qualquer hora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072384"/>
            <a:ext cx="841248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09981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Apps de entrega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3099816"/>
            <a:ext cx="5760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Pedir comida, transporte, compras com um toque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648456"/>
            <a:ext cx="84124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675888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Redes sociais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34640" y="3675888"/>
            <a:ext cx="5760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Conectar pessoas, compartilhar ideias e criar conteÃºdo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224528"/>
            <a:ext cx="841248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251960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Games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34640" y="4251960"/>
            <a:ext cx="5760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Entretenimento, raciocÃ­nio lÃ³gico e atÃ© profissÃ£o!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EvoluÃ§Ã£o dos Computadores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109728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61288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1940s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08760" y="1143000"/>
            <a:ext cx="731520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1645920" y="1161288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ENIAC â€” ocupava uma sala inteira, pesava 30 toneladas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109728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77393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1970s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08760" y="1755648"/>
            <a:ext cx="73152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645920" y="1773936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Computadores pessoais surgem (Apple I, IBM PC)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368296"/>
            <a:ext cx="109728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386584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1990s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08760" y="2368296"/>
            <a:ext cx="731520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5" name="Text 13"/>
          <p:cNvSpPr/>
          <p:nvPr/>
        </p:nvSpPr>
        <p:spPr>
          <a:xfrm>
            <a:off x="1645920" y="2386584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Internet chega ao pÃºblico; Windows 95 populariza o PC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980944"/>
            <a:ext cx="109728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99923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2000s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08760" y="2980944"/>
            <a:ext cx="73152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1645920" y="2999232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Laptops, pen drives, cÃ¢meras digitais, MP3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3593592"/>
            <a:ext cx="109728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3611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2010s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08760" y="3593592"/>
            <a:ext cx="731520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23" name="Text 21"/>
          <p:cNvSpPr/>
          <p:nvPr/>
        </p:nvSpPr>
        <p:spPr>
          <a:xfrm>
            <a:off x="1645920" y="3611880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Smartphones dominam; nuvem, apps e redes sociais explodem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4206240"/>
            <a:ext cx="1097280" cy="5029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4224528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Hoje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08760" y="4206240"/>
            <a:ext cx="73152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645920" y="4224528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IA, wearables, realidade aumentada â€” computaÃ§Ã£o em todo lugar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Cidadania Digital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</a:rPr>
              <a:t>Ser cidadÃ£o digital Ã© exercer seus direitos e responsabilidades na internet.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645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91"/>
                </a:solidFill>
              </a:rPr>
              <a:t>Direitos: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0" y="16459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91"/>
                </a:solidFill>
              </a:rPr>
              <a:t>Responsabilidades: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02336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3055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â€¢ Privacidade online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697480"/>
            <a:ext cx="402336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72491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â€¢ Acesso Ã  informaÃ§Ã£o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402336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31927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â€¢ Liberdade de expressÃ£o (com limites)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886200"/>
            <a:ext cx="4023360" cy="50292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136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â€¢ SeguranÃ§a dos dados pessoais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2103120"/>
            <a:ext cx="4206240" cy="502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213055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â€¢ Respeitar os outros na internet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697480"/>
            <a:ext cx="4206240" cy="502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272491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â€¢ Verificar antes de compartilhar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0" y="3291840"/>
            <a:ext cx="4206240" cy="502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331927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â€¢ Proteger senhas e dados pessoais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0" y="3886200"/>
            <a:ext cx="4206240" cy="502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391363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â€¢ Denunciar conteÃºdo prejudicial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45720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B3D91"/>
                </a:solidFill>
              </a:rPr>
              <a:t>Sua pegada digital Ã© permanente â€” pense antes de postar!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Fake News e Cyberbullying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91"/>
                </a:solidFill>
              </a:rPr>
              <a:t>Como identificar Fake News: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1. Verifique a fonte â€” Ã© um site confiÃ¡vel e reconhecido?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2. Confira a data â€” a notÃ­cia Ã© atual ou antiga?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3. Pesquise em outros portais â€” outros veÃ­culos confirmam?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4. Cuidado com tÃ­tulos exagerados e sensacionalistas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383280"/>
            <a:ext cx="8412480" cy="36576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3520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91"/>
                </a:solidFill>
              </a:rPr>
              <a:t>O que Ã© Cyberbullying?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SÃ£o agressÃµes, humilhaÃ§Ãµes ou assÃ©dio praticados pela internet ou celular. Afeta a saÃºde mental e Ã© crime no Brasil (Lei 13.185/2015).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</a:rPr>
              <a:t>Como agir: nÃ£o responda, salve evidÃªncias, conte para um adulto de confianÃ§a e denuncie.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SeguranÃ§a na Internet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6400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Senhas Fortes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017520" y="118872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Use letras, nÃºmeros e sÃ­mbolos. Nunca repita a mesma senha. Ex: Minha@Senha2026!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202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VÃ­rus e Malware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192024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NÃ£o baixe arquivos desconhecidos. Mantenha o antivÃ­rus atualizado.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8412480" cy="6400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Privacidade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265176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NÃ£o compartilhe endereÃ§o, escola ou rotina com desconhecidos online.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841248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Golpes Online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17520" y="338328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Desconfie de prÃªmios, promoÃ§Ãµes impossÃ­veis e links suspeitos.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4069080"/>
            <a:ext cx="8412480" cy="6400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148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Wi-Fi PÃºblico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017520" y="411480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Evite fazer login em contas bancÃ¡rias ou pessoais em redes pÃºblicas.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Hardware vs Software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34747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5" name="Shape 3"/>
          <p:cNvSpPr/>
          <p:nvPr/>
        </p:nvSpPr>
        <p:spPr>
          <a:xfrm>
            <a:off x="4663440" y="1097280"/>
            <a:ext cx="4114800" cy="347472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430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E5FF"/>
                </a:solidFill>
              </a:rPr>
              <a:t>HARDWARE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663440" y="11430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E5FF"/>
                </a:solidFill>
              </a:rPr>
              <a:t>SOFTWARE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O que vocÃª toca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e vÃª fisicamente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69164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Os programas que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vocÃª usa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Monitor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Teclado e mouse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CPU (processador)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657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MemÃ³ria RAM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HD / SSD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Windows / Linux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060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Google Chrome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Word / Google Docs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3657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Spotify / Netflix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â€¢ Scratch / Jogos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Componentes do Computador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530352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70432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CPU (Processador)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566160" y="1170432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O "cÃ©rebro" do computador â€” executa todos os cÃ¡lculos e instruÃ§Ãµes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841248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MemÃ³ria RAM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783080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 "memÃ³ria de trabalho" â€” guarda o que estÃ¡ sendo usado agora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368296"/>
            <a:ext cx="8412480" cy="530352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395728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HD / SSD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2395728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O "armÃ¡rio" â€” guarda seus arquivos e programas permanentemente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80944"/>
            <a:ext cx="841248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008376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Placa-mÃ£e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3008376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 "espinha dorsal" â€” conecta todos os componentes entre si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93592"/>
            <a:ext cx="8412480" cy="530352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21024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GPU (Placa de vÃ­deo)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621024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Processa imagens, vÃ­deos e grÃ¡ficos para a tela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206240"/>
            <a:ext cx="841248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233672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Fonte de alimentaÃ§Ã£o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4233672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Converte energia elÃ©trica em tensÃ£o adequada para o PC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Sistemas Operacionais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</a:rPr>
              <a:t>O sistema operacional Ã© o programa que gerencia todos os outros programas e recursos do computador.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737360"/>
            <a:ext cx="2011680" cy="82296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764792"/>
            <a:ext cx="20116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Windows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68880" y="1737360"/>
            <a:ext cx="630936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6"/>
          <p:cNvSpPr/>
          <p:nvPr/>
        </p:nvSpPr>
        <p:spPr>
          <a:xfrm>
            <a:off x="2606040" y="1764792"/>
            <a:ext cx="6035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O mais popular no mundo. Usado em casa, escolas e empresas. Interface familiar com menus e janelas.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2011680" cy="822960"/>
          </a:xfrm>
          <a:prstGeom prst="rect">
            <a:avLst/>
          </a:prstGeom>
          <a:solidFill>
            <a:srgbClr val="145A32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770632"/>
            <a:ext cx="20116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Linux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68880" y="2743200"/>
            <a:ext cx="630936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606040" y="2770632"/>
            <a:ext cx="6035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Gratuito e de cÃ³digo aberto. Muito usado em servidores, programaÃ§Ã£o e sistemas embarcados.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2011680" cy="822960"/>
          </a:xfrm>
          <a:prstGeom prst="rect">
            <a:avLst/>
          </a:prstGeom>
          <a:solidFill>
            <a:srgbClr val="B7410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3776472"/>
            <a:ext cx="20116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ChromeOS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468880" y="3749040"/>
            <a:ext cx="630936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6" name="Text 14"/>
          <p:cNvSpPr/>
          <p:nvPr/>
        </p:nvSpPr>
        <p:spPr>
          <a:xfrm>
            <a:off x="2606040" y="3776472"/>
            <a:ext cx="6035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Sistema do Google para Chromebooks. Simples, rÃ¡pido e integrado ao Google Workspace.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OrganizaÃ§Ã£o de Arquivos e Pastas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</a:rPr>
              <a:t>Manter arquivos organizados Ã© tÃ£o importante quanto fazer o trabalho!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377440" cy="4114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5727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Criar pasta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834640" y="157276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BotÃ£o direito â†’ Nova pasta | Organiza arquivos por tema ou matÃ©ria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029968"/>
            <a:ext cx="2377440" cy="4114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048256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Copiar (Ctrl+C)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2048256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Copia o arquivo â€” o original permanece no lugar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505456"/>
            <a:ext cx="2377440" cy="4114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52374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Recortar (Ctrl+X)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34640" y="2523744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Move o arquivo â€” ele sai do lugar original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2377440" cy="4114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99923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Colar (Ctrl+V)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299923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Coloca o arquivo copiado/recortado no novo local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456432"/>
            <a:ext cx="2377440" cy="4114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474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Renomear (F2)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3474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Muda o nome do arquivo para algo descritivo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931920"/>
            <a:ext cx="2377440" cy="4114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395020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Excluir (Delete)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34640" y="395020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Manda para a lixeira â€” pode ser recuperado depois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407408"/>
            <a:ext cx="2377440" cy="4114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4425696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Desfazer (Ctrl+Z)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834640" y="4425696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Volta a Ãºltima aÃ§Ã£o â€” seu melhor amigo ao errar!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Ferramentas Google Workspace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560320" cy="777240"/>
          </a:xfrm>
          <a:prstGeom prst="rect">
            <a:avLst/>
          </a:prstGeom>
          <a:solidFill>
            <a:srgbClr val="1155CC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70432"/>
            <a:ext cx="256032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Google Docs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17520" y="1143000"/>
            <a:ext cx="5760720" cy="77724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5"/>
          <p:cNvSpPr/>
          <p:nvPr/>
        </p:nvSpPr>
        <p:spPr>
          <a:xfrm>
            <a:off x="3154680" y="1170432"/>
            <a:ext cx="54864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Criar e editar textos. Use para redaÃ§Ãµes, relatÃ³rios e trabalhos. Salva automaticamente na nuvem.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2560320" cy="777240"/>
          </a:xfrm>
          <a:prstGeom prst="rect">
            <a:avLst/>
          </a:prstGeom>
          <a:solidFill>
            <a:srgbClr val="D14836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084832"/>
            <a:ext cx="256032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Google Slides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017520" y="2057400"/>
            <a:ext cx="576072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3154680" y="2084832"/>
            <a:ext cx="54864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Criar apresentaÃ§Ãµes. Ideal para apresentar projetos. Acesse de qualquer dispositivo.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971800"/>
            <a:ext cx="2560320" cy="77724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999232"/>
            <a:ext cx="256032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Google Sheets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971800"/>
            <a:ext cx="5760720" cy="77724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5" name="Text 13"/>
          <p:cNvSpPr/>
          <p:nvPr/>
        </p:nvSpPr>
        <p:spPr>
          <a:xfrm>
            <a:off x="3154680" y="2999232"/>
            <a:ext cx="54864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Organizar dados em planilhas. Use para listas, tabelas e cÃ¡lculos simples.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886200"/>
            <a:ext cx="2560320" cy="777240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913632"/>
            <a:ext cx="256032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Google Drive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017520" y="3886200"/>
            <a:ext cx="576072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3154680" y="3913632"/>
            <a:ext cx="54864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Armazenar todos os seus arquivos na nuvem. 15GB gratuitos disponÃ­veis.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Pesquisa Inteligente na Internet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91"/>
                </a:solidFill>
              </a:rPr>
              <a:t>Operadores de Busca AvanÃ§ada: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651760" cy="5486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581912"/>
            <a:ext cx="2651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E5FF"/>
                </a:solidFill>
              </a:rPr>
              <a:t>"frase exata"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1581912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Busca exatamente essa frase â€” ex: "aquecimento global"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2651760" cy="5486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221992"/>
            <a:ext cx="2651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E5FF"/>
                </a:solidFill>
              </a:rPr>
              <a:t>site:dominio.com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0" y="2221992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Busca apenas em um site â€” ex: site:senai.br cursos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2651760" cy="5486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862072"/>
            <a:ext cx="2651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E5FF"/>
                </a:solidFill>
              </a:rPr>
              <a:t>filetype:pdf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2862072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Busca arquivos de um tipo â€” ex: filetype:pdf reciclagem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474720"/>
            <a:ext cx="2651760" cy="5486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502152"/>
            <a:ext cx="2651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E5FF"/>
                </a:solidFill>
              </a:rPr>
              <a:t>-palavra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108960" y="3502152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Exclui um termo â€” ex: python -cobra (a linguagem, nÃ£o o rÃ©ptil!)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133088"/>
            <a:ext cx="8138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Avalie as fontes: verifique autor, data, instituiÃ§Ã£o e compare com outras referÃªncias!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Pensamento Computacional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</a:rPr>
              <a:t>Exemplo: Como fazer um sanduÃ­che?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4114800" cy="141732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2763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</a:rPr>
              <a:t>DecomposiÃ§Ã£o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Dividir o problema em partes menores. Ex: separar pÃ£o, recheio, montar, servir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554480"/>
            <a:ext cx="4114800" cy="14173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62763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</a:rPr>
              <a:t>Reconhecimento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</a:rPr>
              <a:t>de PadrÃµes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46320" y="214884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Identificar semelhanÃ§as. Ex: sempre comeÃ§a e termina com pÃ£o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108960"/>
            <a:ext cx="4114800" cy="1417320"/>
          </a:xfrm>
          <a:prstGeom prst="rect">
            <a:avLst/>
          </a:prstGeom>
          <a:solidFill>
            <a:srgbClr val="0A7E5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18211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</a:rPr>
              <a:t>AbstraÃ§Ã£o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Focar no essencial. Ex: nÃ£o importa a marca do pÃ£o â€” sÃ³ que Ã© pÃ£o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3108960"/>
            <a:ext cx="4114800" cy="1417320"/>
          </a:xfrm>
          <a:prstGeom prst="rect">
            <a:avLst/>
          </a:prstGeom>
          <a:solidFill>
            <a:srgbClr val="B7410E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318211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FF"/>
                </a:solidFill>
              </a:rPr>
              <a:t>Algoritmo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46320" y="370332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Criar a sequÃªncia de passos. Ex: 1. Pegar pÃ£o 2. Colocar recheio 3. Fechar 4. Servir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Algoritmos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</a:rPr>
              <a:t>Um algoritmo Ã© uma sequÃªncia de passos para resolver um problema.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72768"/>
            <a:ext cx="2560320" cy="594360"/>
          </a:xfrm>
          <a:prstGeom prst="rect">
            <a:avLst/>
          </a:prstGeom>
          <a:solidFill>
            <a:srgbClr val="0A7E52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600200"/>
            <a:ext cx="2560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ENTRADA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91840" y="1572768"/>
            <a:ext cx="2560320" cy="59436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1600200"/>
            <a:ext cx="2560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PROCESSAMENTO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572768"/>
            <a:ext cx="2560320" cy="594360"/>
          </a:xfrm>
          <a:prstGeom prst="rect">
            <a:avLst/>
          </a:prstGeom>
          <a:solidFill>
            <a:srgbClr val="B7410E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1600200"/>
            <a:ext cx="2560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SAÃDA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Exemplo: Calcular a mÃ©dia de notas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2377440" cy="566928"/>
          </a:xfrm>
          <a:prstGeom prst="rect">
            <a:avLst/>
          </a:prstGeom>
          <a:solidFill>
            <a:srgbClr val="0A7E52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852928"/>
            <a:ext cx="2377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SequÃªncia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852928"/>
            <a:ext cx="5943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Passos executados um apÃ³s o outro. Ex: Acordar â†’ tomar cafÃ© â†’ ir Ã  escola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493008"/>
            <a:ext cx="2377440" cy="566928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3511296"/>
            <a:ext cx="2377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DecisÃ£o (SE/ENTÃƒO)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834640" y="3511296"/>
            <a:ext cx="5943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SE nota â‰¥ 7 ENTÃƒO "aprovado" SENÃƒO "recuperaÃ§Ã£o"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151376"/>
            <a:ext cx="2377440" cy="566928"/>
          </a:xfrm>
          <a:prstGeom prst="rect">
            <a:avLst/>
          </a:prstGeom>
          <a:solidFill>
            <a:srgbClr val="B7410E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4169664"/>
            <a:ext cx="2377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RepetiÃ§Ã£o (LOOP)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834640" y="4169664"/>
            <a:ext cx="5943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ENQUANTO tiver itens na lista, some a nota ao total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Fluxogramas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</a:rPr>
              <a:t>Fluxograma Ã© uma representaÃ§Ã£o visual de um algoritmo usando sÃ­mbolos padronizados.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2103120" cy="530352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664208"/>
            <a:ext cx="21031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Oval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606040" y="1664208"/>
            <a:ext cx="6217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InÃ­cio / Fim do algoritmo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267712"/>
            <a:ext cx="2103120" cy="530352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286000"/>
            <a:ext cx="21031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RetÃ¢ngulo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06040" y="2286000"/>
            <a:ext cx="6217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Processo / AÃ§Ã£o a executar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889504"/>
            <a:ext cx="2103120" cy="530352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907792"/>
            <a:ext cx="21031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Losango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2907792"/>
            <a:ext cx="6217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DecisÃ£o (pergunta SIM/NÃƒO)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3511296"/>
            <a:ext cx="2103120" cy="530352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529584"/>
            <a:ext cx="21031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Seta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06040" y="3529584"/>
            <a:ext cx="621792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Fluxo / direÃ§Ã£o do algoritmo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94360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1788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91"/>
                </a:solidFill>
              </a:rPr>
              <a:t>Exemplo: VocÃª tem dinheiro? â†’ SIM â†’ Comprar lanche â†’ FIM | NÃƒO â†’ Buscar na mochila â†’ FIM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Scratch â€” IntroduÃ§Ã£o Ã  ProgramaÃ§Ã£o Visual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</a:rPr>
              <a:t>O Scratch Ã© uma linguagem de programaÃ§Ã£o visual baseada em blocos, desenvolvida pelo MIT para iniciantes.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737360"/>
            <a:ext cx="8412480" cy="667512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64792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Palco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1764792"/>
            <a:ext cx="5394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A Ã¡rea onde a animaÃ§Ã£o ou jogo acontece â€” o "cenÃ¡rio"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496312"/>
            <a:ext cx="8412480" cy="6675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23744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Personagem (Sprite)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2523744"/>
            <a:ext cx="5394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O ator que se move e executa as aÃ§Ãµes do programa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255264"/>
            <a:ext cx="8412480" cy="667512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282696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Blocos de CÃ³digo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3282696"/>
            <a:ext cx="5394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PeÃ§as coloridas que se encaixam para criar comandos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4014216"/>
            <a:ext cx="8412480" cy="6675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04164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91"/>
                </a:solidFill>
              </a:rPr>
              <a:t>Categorias de Blocos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4041648"/>
            <a:ext cx="5394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Movimento, AparÃªncia, Som, Eventos, Controle, Sensores, Operadores, VariÃ¡veis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7731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B3D91"/>
                </a:solidFill>
              </a:rPr>
              <a:t>Acesse em: scratch.mit.edu (gratuito, sem cadastro para experimentar)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Scratch â€” Movimentos e Eventos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926080" cy="521208"/>
          </a:xfrm>
          <a:prstGeom prst="rect">
            <a:avLst/>
          </a:prstGeom>
          <a:solidFill>
            <a:srgbClr val="228B22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16128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Quando bandeira clicada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1161288"/>
            <a:ext cx="5394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Inicia o programa ao clicar na bandeira verde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2926080" cy="521208"/>
          </a:xfrm>
          <a:prstGeom prst="rect">
            <a:avLst/>
          </a:prstGeom>
          <a:solidFill>
            <a:srgbClr val="4169E1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773936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Mova N passos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773936"/>
            <a:ext cx="5394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Move o personagem N passos na direÃ§Ã£o atual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368296"/>
            <a:ext cx="2926080" cy="521208"/>
          </a:xfrm>
          <a:prstGeom prst="rect">
            <a:avLst/>
          </a:prstGeom>
          <a:solidFill>
            <a:srgbClr val="4169E1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386584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Gire N graus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2386584"/>
            <a:ext cx="5394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Rotaciona o personagem para a direita ou esquerda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980944"/>
            <a:ext cx="2926080" cy="521208"/>
          </a:xfrm>
          <a:prstGeom prst="rect">
            <a:avLst/>
          </a:prstGeom>
          <a:solidFill>
            <a:srgbClr val="4169E1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999232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VÃ¡ para posiÃ§Ã£o x:N y:N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2999232"/>
            <a:ext cx="5394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Teletransporta o sprite para uma posiÃ§Ã£o especÃ­fica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593592"/>
            <a:ext cx="2926080" cy="521208"/>
          </a:xfrm>
          <a:prstGeom prst="rect">
            <a:avLst/>
          </a:prstGeom>
          <a:solidFill>
            <a:srgbClr val="CC5500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611880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Toque no som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3611880"/>
            <a:ext cx="5394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Reproduz um efeito sonoro ou mÃºsica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4206240"/>
            <a:ext cx="2926080" cy="521208"/>
          </a:xfrm>
          <a:prstGeom prst="rect">
            <a:avLst/>
          </a:prstGeom>
          <a:solidFill>
            <a:srgbClr val="228B22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422452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Quando tecla pressionada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0" y="4224528"/>
            <a:ext cx="5394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Reage a uma tecla do teclado â€” Ãºtil para controlar jogos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Scratch â€” CondiÃ§Ãµes e RepetiÃ§Ãµes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91"/>
                </a:solidFill>
              </a:rPr>
              <a:t>Estruturas de Controle no Scratch: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560320" cy="658368"/>
          </a:xfrm>
          <a:prstGeom prst="rect">
            <a:avLst/>
          </a:prstGeom>
          <a:solidFill>
            <a:srgbClr val="FFAB0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581912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 / ENTÃƒO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17520" y="1554480"/>
            <a:ext cx="5760720" cy="658368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8" name="Text 6"/>
          <p:cNvSpPr/>
          <p:nvPr/>
        </p:nvSpPr>
        <p:spPr>
          <a:xfrm>
            <a:off x="3154680" y="1581912"/>
            <a:ext cx="5486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Se tocar na borda â†’ diga "Oops!"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350008"/>
            <a:ext cx="2560320" cy="658368"/>
          </a:xfrm>
          <a:prstGeom prst="rect">
            <a:avLst/>
          </a:prstGeom>
          <a:solidFill>
            <a:srgbClr val="FF6D00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377440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 / ENTÃƒO / SENÃƒO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017520" y="2350008"/>
            <a:ext cx="57607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154680" y="2377440"/>
            <a:ext cx="5486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Se pontos &gt; 10 â†’ prÃ³xima fase, senÃ£o â†’ mostrar dica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145536"/>
            <a:ext cx="2560320" cy="65836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172968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Repita N vezes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017520" y="3145536"/>
            <a:ext cx="5760720" cy="658368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6" name="Text 14"/>
          <p:cNvSpPr/>
          <p:nvPr/>
        </p:nvSpPr>
        <p:spPr>
          <a:xfrm>
            <a:off x="3154680" y="3172968"/>
            <a:ext cx="5486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Repita 10 vezes â†’ mova 10 passos â†’ gire 36 graus (faz cÃ­rculo!)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3941064"/>
            <a:ext cx="2560320" cy="658368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968496"/>
            <a:ext cx="2468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Repita sempre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017520" y="3941064"/>
            <a:ext cx="57607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54680" y="3968496"/>
            <a:ext cx="5486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MantÃ©m o personagem seguindo o mouse para sempre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09160"/>
            <a:ext cx="8412480" cy="38404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727448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Mini desafio: FaÃ§a o personagem andar e voltar 5 vezes usando "repita"!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</a:rPr>
              <a:t>Rio do Sul Mais Tech Â· SENAI Â· UC: Fundamentos da Tecnologia e ProgramaÃ§Ã£o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 que aprendemos nesta UC?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6984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078992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Tecnologia transforma vidas e estÃ¡ em tudo ao nosso redor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18488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636776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645920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Hardware Ã© o fÃ­sico; software Ã© o programa â€” cada um tem seu papel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185416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203704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212848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Ser cidadÃ£o digital exige responsabilidade e senso crÃ­tico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752344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7706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779776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Pensamento computacional ajuda a resolver qualquer problema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319272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33756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3346704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Algoritmos, fluxogramas e Scratch sÃ£o as bases da programaÃ§Ã£o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384048" cy="384048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9044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3913632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internet Ã© poderosa â€” use-a com seguranÃ§a e Ã©tica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0E5FF"/>
                </a:solidFill>
              </a:rPr>
              <a:t>ParabÃ©ns! VocÃª deu os primeiros passos no mundo da tecnologia!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2026-08-19T23:42:33Z</dcterms:created>
  <dcterms:modified xsi:type="dcterms:W3CDTF">2026-08-19T23:42:33Z</dcterms:modified>
</cp:coreProperties>
</file>