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274320"/>
            <a:ext cx="2743200" cy="27432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640080"/>
            <a:ext cx="2011680" cy="2011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822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 ÷ × π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Matemática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Raciocínio Lógico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 ·  SENAI  ·  Iniciação Profissional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228600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4023360" cy="1828800"/>
          </a:xfrm>
          <a:prstGeom prst="rect">
            <a:avLst>
              <a:gd name="adj" fmla="val 5000"/>
            </a:avLst>
          </a:prstGeom>
          <a:solidFill>
            <a:srgbClr val="11226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9436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594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🏙️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594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960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Rio do Sul — SC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457200"/>
            <a:ext cx="4023360" cy="1828800"/>
          </a:xfrm>
          <a:prstGeom prst="rect">
            <a:avLst>
              <a:gd name="adj" fmla="val 5000"/>
            </a:avLst>
          </a:prstGeom>
          <a:solidFill>
            <a:srgbClr val="112260"/>
          </a:solidFill>
          <a:ln/>
        </p:spPr>
      </p:sp>
      <p:sp>
        <p:nvSpPr>
          <p:cNvPr id="10" name="Shape 8"/>
          <p:cNvSpPr/>
          <p:nvPr/>
        </p:nvSpPr>
        <p:spPr>
          <a:xfrm>
            <a:off x="4983480" y="59436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594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594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960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SENAI / Prefeitura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1828800"/>
          </a:xfrm>
          <a:prstGeom prst="rect">
            <a:avLst>
              <a:gd name="adj" fmla="val 5000"/>
            </a:avLst>
          </a:prstGeom>
          <a:solidFill>
            <a:srgbClr val="11226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78892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Rio do Sul Mais Tech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4023360" cy="1828800"/>
          </a:xfrm>
          <a:prstGeom prst="rect">
            <a:avLst>
              <a:gd name="adj" fmla="val 5000"/>
            </a:avLst>
          </a:prstGeom>
          <a:solidFill>
            <a:srgbClr val="112260"/>
          </a:solidFill>
          <a:ln/>
        </p:spPr>
      </p:sp>
      <p:sp>
        <p:nvSpPr>
          <p:cNvPr id="20" name="Shape 18"/>
          <p:cNvSpPr/>
          <p:nvPr/>
        </p:nvSpPr>
        <p:spPr>
          <a:xfrm>
            <a:off x="4983480" y="278892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3154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Profissional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Rio do Sul Mais Tech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Identificação da Unidade Curricular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47548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743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143000"/>
            <a:ext cx="5303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Matemática e Raciocínio Lógico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55064"/>
            <a:ext cx="2743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55064"/>
            <a:ext cx="5303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8412480" cy="47548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67128"/>
            <a:ext cx="2743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Total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horas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79192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79192"/>
            <a:ext cx="2743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679192"/>
            <a:ext cx="5303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91256"/>
            <a:ext cx="8412480" cy="47548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91256"/>
            <a:ext cx="2743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191256"/>
            <a:ext cx="5303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2743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03320"/>
            <a:ext cx="5303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do 8º e 9º ano (12–15 anos)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15384"/>
            <a:ext cx="8412480" cy="47548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15384"/>
            <a:ext cx="2743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215384"/>
            <a:ext cx="5303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do Professor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286000" cy="228600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👤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017520" y="11887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1887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Professor]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84708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84708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[Área de Formação]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50545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50545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[Anos de experiência / área]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1638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16382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[e-mail ou outro]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matemática é a linguagem com a qual Deus escreveu o universo."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Dinâmica de Apresentação — Avião de Papel ✈️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vai funcionar?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63677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uma folha de papel e dobre em formato de avião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38658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Escreva: nome, idade, escola, bairro e 1 curiosidade sobre você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13639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sinal do professor, todos jogam o avião ao mesmo tempo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pega um avião do chão e apresenta o colega para a turma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quebrar o gelo e criar conexão com a turma!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Ensino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560320" cy="11887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560320" cy="11887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560320" cy="11887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horas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Duração/Encontro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das Aulas: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LabTEC — Laboratório de Tecnologia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015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Operações Básicas (9h)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7307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Frações e Porcentagem (9h)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0599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Proporcionalidade (9h)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Medidas e Grandezas (9h)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4015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Raciocínio Lógico (9h)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7307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6. Álgebra (9h)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05993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7. Tratamento da Informação (9h)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Capacidades Técnicas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105156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298448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984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informações numéricas e simbólicas de forma clara e lógica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05156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1298448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2984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188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autonomia de estudo com estratégias para resolver problemas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023360" cy="105156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" y="2532888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532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4231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pensamento crítico e lógico, identificando soluções possíveis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4023360" cy="105156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864608" y="2532888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2532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24231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em grupo colaborando na resolução de desafios matemáticos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023360" cy="105156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" y="3767328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7673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6576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raciocínios e resultados, justificando procedimentos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4023360" cy="105156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864608" y="3767328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7673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💪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77840" y="36576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na resolução de problemas, desenvolvendo resiliência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Capacidades Socioemocionais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560320" cy="14630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dificuldades e aprender com os erros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560320" cy="14630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foco mesmo diante de problemas desafiadores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560320" cy="14630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conhecimento junto com os colegas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788920"/>
            <a:ext cx="2560320" cy="14630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Autoconfiança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Acreditar na própria capacidade de aprender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788920"/>
            <a:ext cx="2560320" cy="14630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63440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o pensamento e os procedimentos com clareza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Conhecimentos — Módulos 1, 2 e 3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834640" cy="374904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05840"/>
            <a:ext cx="283464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Operações Básicas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Adição, subtração, multiplicação e divisão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Números inteiros, decimais e negativos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9992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Ordem das operações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7124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Cálculo mental e estimativas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834640" cy="374904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005840"/>
            <a:ext cx="283464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 Frações, Decimais e Porcentagem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Representação e conversões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Operações com frações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9992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Porcentagem em situações reais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7124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Descontos, juros, salários e aumentos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005840"/>
            <a:ext cx="2834640" cy="374904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1005840"/>
            <a:ext cx="283464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Proporcionalidade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5727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Razão e proporção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Regra de três simples e composta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9992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Grandezas direta e inversamente proporcionais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7124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Velocidade, produção e consumo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Conhecimentos — Módulos 4 e 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24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Medidas e Grandezas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métrico decimal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Conversão de unidades (comprimento, massa, capacidade, tempo)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e perímetro de figuras planas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9534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Aplicações cotidianas e profissionais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114800" cy="374904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005840"/>
            <a:ext cx="4114800" cy="5486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24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Raciocínio Lógico e Resolução de Problemas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6459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Identificação de padrões e sequências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39572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Introdução à lógica proposicional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145536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Estratégias de resolução de problemas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89534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Puzzles, desafios e jogos lógicos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Conhecimentos — Módulos 6 e 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54864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24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Introdução à Álgebra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Conceito de variável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Expressões algébricas simples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Equações de 1º grau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9534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Resolução de situações-problema com equações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114800" cy="374904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005840"/>
            <a:ext cx="4114800" cy="548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24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Tratamento da Informação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6459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Leitura e interpretação de tabelas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39572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Gráficos de barras, linhas e pictogramas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145536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Média aritmética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89534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Organização e apresentação de dados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Combinados da Turma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16002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527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com autorização do professor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143000"/>
            <a:ext cx="2651760" cy="16002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143000"/>
            <a:ext cx="26517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2527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🤫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Respeito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o colega quando está falando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143000"/>
            <a:ext cx="2651760" cy="16002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89320" y="1143000"/>
            <a:ext cx="26517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2527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Pontualidade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no horário e avisar ausências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651760" cy="16002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971800"/>
            <a:ext cx="26517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0815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espaço limpo e organizado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971800"/>
            <a:ext cx="2651760" cy="16002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4680" y="2971800"/>
            <a:ext cx="26517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30815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4612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sempre — não existe dúvida boba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971800"/>
            <a:ext cx="2651760" cy="16002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989320" y="2971800"/>
            <a:ext cx="26517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30815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08076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Engajar-se nas atividades e desafios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Avaliação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obrigatória em 75% das aulas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1122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097280"/>
            <a:ext cx="393192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7,0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907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igual ou superior a 7,0 para aprovação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avaliação contínua: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Participação e engajamento nas atividades em grupo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Resolução de exercícios práticos ao longo dos módulos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5371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Evolução percebida ao longo da UC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Comportamento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será avaliado além das notas: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023360" cy="9144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colegas e professor com respeito e educação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023360" cy="9144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00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no horário e permanecer até o fim da aula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023360" cy="9144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ativamente das atividades propostas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023360" cy="9144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6517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colegas e trabalhar bem em grupo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4023360" cy="9144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033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materiais e espaço organizados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4023360" cy="9144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033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 celular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indevido resultará em aviso e registro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 de Aprendizagem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Projeto: Matemática no LabTEC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 um problema REAL usando matemática: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502920" cy="50292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custo de equipamentos para montar um laboratório de informática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502920" cy="50292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96265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dados de desempenho dos alunos em uma planilha e criar gráficos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502920" cy="50292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2102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planos de internet (velocidade × preço × consumo) usando proporção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61104"/>
            <a:ext cx="502920" cy="502920"/>
          </a:xfrm>
          <a:prstGeom prst="ellipse">
            <a:avLst/>
          </a:prstGeom>
          <a:solidFill>
            <a:srgbClr val="1A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🖨️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2793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custo de impressão, papel e consumíveis para o LabTEC ao longo do ano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turma escolhe um tema e apresenta a solução ao final da UC.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06040" cy="1417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Aulas Expositivas Dialogadas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cotidianos e do mundo do trabalho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06040" cy="1417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 em Grupo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103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e desafios em duplas e equipes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143000"/>
            <a:ext cx="2606040" cy="1417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Visuais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1031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Tabelas, gráficos e infográficos interativos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743200"/>
            <a:ext cx="2606040" cy="1417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743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3337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Lógicos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7033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matemáticos e puzzles colaborativos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2743200"/>
            <a:ext cx="2606040" cy="1417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743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17720" y="3337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7033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dados, proporções e porcentagens digitais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fazendo — a matemática conectada à vida real e à tecnologia.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0" y="1828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5393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matemática é a arte de dar o mesmo nome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E8EE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coisas diferentes."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Henri Poincaré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74320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juntos construir esse conhecimento!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 ·  SENAI  ·  Prefeitura Municipal de Rio do Sul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2026-08-19T17:26:04Z</dcterms:created>
  <dcterms:modified xsi:type="dcterms:W3CDTF">2026-08-19T17:26:04Z</dcterms:modified>
</cp:coreProperties>
</file>