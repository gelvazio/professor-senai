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5486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0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72768" y="347472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3474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PROFISSIONAL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Oral e Escrita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Mundo do Trabalho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Iniciação Profissional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50208"/>
            <a:ext cx="5486400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13716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TECH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4663440" cy="6400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Iniciação Profissional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4663440" cy="6400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828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· Santa Catarina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2651760"/>
            <a:ext cx="4663440" cy="6400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651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alunos do 8° e 9° ano (12–15 anos)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0520" y="3474720"/>
            <a:ext cx="4663440" cy="6400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474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LabTEC / SENAI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Unidade Curricular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50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9509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Comunicação Oral e Escrita para o Mundo do Trabalho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8412480" cy="457200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4447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8412480" cy="4572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9385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457200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323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horas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8412480" cy="4572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19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4198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Profissional / Iniciação Profissional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8412480" cy="4572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13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9136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do 8° e 9° ano — 12 a 15 anos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074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44074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/ SENAI · Rio do Sul – SC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seu professor?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194560" cy="2194560"/>
          </a:xfrm>
          <a:prstGeom prst="ellipse">
            <a:avLst/>
          </a:prstGeom>
          <a:solidFill>
            <a:srgbClr val="006B7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5577840" cy="512064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04241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[Nome do Professor]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5577840" cy="512064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63677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 [Área de Formação]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5577840" cy="512064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2311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 [Anos de experiência]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2788920"/>
            <a:ext cx="5577840" cy="512064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82549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[e-mail / Teams]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19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Curiosidade ou motivação do professor para trabalhar com comunicação…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Avião de Papel ✈️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7315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3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2354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 pedaço de papel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1848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Escreva: nome, o que gosta de fazer, uma expectativa para a UC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em formato de avião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0837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o avião pela sala!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39896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pegar, lê em voz alta e o colega se apresenta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53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quebrar o gelo e aprender a se apresentar com clareza!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0058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743200" cy="10058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2743200" cy="10058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das Aulas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14800" cy="26060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057400"/>
            <a:ext cx="4114800" cy="26060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Metade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Metade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 — Apresentação e diagnóstico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 — Elementos do processo comunicativo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E3 — Comunicação verbal e não verbal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E4 — Escuta ativa e empatia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E5 — Comunicação assertiva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E6/7 — Falar em público (prática)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E8 — Reuniões e trabalho em equipe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E9 — Atendimento ao cliente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E10 — Introdução à redação profissional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E11 — E-mail corporativo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E12 — Comunicado, memorando e 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E13 — Relato de ocorrência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E14 — Ferramentas digitais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E15 — Netiqueta e segurança digital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E16 — Apresentações finais (3h)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10972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com Clareza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de forma objetiva e respeitosa em diferentes contextos profissionais.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60520" cy="10972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Textos Técnicos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e-mail, comunicado, ata e relato com correção e objetividade.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60520" cy="10972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Interpessoal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escuta ativa e assertividade para melhorar a interação em equipe.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160520" cy="10972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515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Digitais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435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Google Workspace e Teams com responsabilidade e segurança.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60520" cy="109728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86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150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Oral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2670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ideias com postura, clareza e adequação ao contexto profissional.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27632" cy="310896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261872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94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com atenção e sem interromper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960120"/>
            <a:ext cx="1627632" cy="310896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972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176272" y="2103120"/>
            <a:ext cx="1261872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194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6334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ponto de vista do outro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12464" y="960120"/>
            <a:ext cx="1627632" cy="310896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0972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895344" y="2103120"/>
            <a:ext cx="1261872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194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26334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todos com cordialidade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31536" y="960120"/>
            <a:ext cx="1627632" cy="310896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972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614416" y="2103120"/>
            <a:ext cx="1261872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2194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Assertividade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26334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opiniões com clareza e firmeza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50608" y="960120"/>
            <a:ext cx="1627632" cy="310896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0972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7333488" y="2103120"/>
            <a:ext cx="1261872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2194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96328" y="263347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equipe com generosidade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3367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Competências socioemocionais são tão valorizadas quanto conhecimentos técnicos no mercado de trabalho!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· Fundamentos da Comunicação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Comunicação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no ambiente profissional e na vida cotidiana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26187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01568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do Processo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Emissor, receptor, mensagem, canal, código, ruído e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126187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45936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e Ruídos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5936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superar obstáculos à comunicação eficaz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7063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62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🤲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e Não Verbal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Gestos, postura, tom de voz e linguagem corporal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277063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862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01568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Formal/Informal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01568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Adequar a linguagem ao contexto e ao interlocutor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54496" y="2770632"/>
            <a:ext cx="2743200" cy="13716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862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45936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45936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ouvir com atenção, empatia e foco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· Comunicação Oral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8412480" cy="658368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35024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 e Empatia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atenção plena nas interações e compreender o outro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8412480" cy="658368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84832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Assertiva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3408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entre passivo, agressivo e assertivo — como me posicionar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658368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98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em Público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0906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apresentação oral: postura, voz, organização do raciocínio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8412480" cy="658368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58444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Profissionais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840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conduzir e participar de reuniões de forma produtiva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42816"/>
            <a:ext cx="8412480" cy="658368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334256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590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adequada, tom de voz, cortesia e resolução de problemas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· Redação Técnica e Ferramentas Digitais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069080" cy="35204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261872"/>
            <a:ext cx="4069080" cy="352044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167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Redação Técnica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Clareza, objetividade, coesão e coerência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E-mail corporativo — estrutura e linguagem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Comunicado e memorando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Ata de reunião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Relato de ocorrência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3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Paragrafação, pontuação e concordância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Revisão e reescrita de textos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3167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Ferramentas Digitais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792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Workspace (Docs, Drive, Meet)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365 (Teams, Word, Outlook)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5968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Netiqueta: comportamento ético digital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2999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Segurança digital: senhas e phishing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Privacidade de dados e responsabilidade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803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Aplicativos de gestão de tarefas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da Turma 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051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no Silencioso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as aulas, celular em modo silencioso e apenas para atividades.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1051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4356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horário. Atrasos atrapalham a dinâmica de todos.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258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61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são bem-vindas! Levante a mão e contribua com a turma.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607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à Fala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761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sem interromper. Cada um tem seu momento de falar.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2588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 Espaço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0873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o LabTEC organizado após cada aula.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160520" cy="118872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6072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40873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as atividades com dedicação. O aprendizado é seu!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01498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 Engajamento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0759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contínua da postura comunicativa em sala e nas atividades em grupo.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18196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Escritas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11226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textos profissionais ao longo dos encontros (e-mail, ata, comunicado).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2624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Oral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91693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de fala em público — individual ou em dupla — avaliando postura e clareza.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0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do Aluno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7216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 de todos os textos e registros produzidos durante a UC.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153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80160" y="42336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Final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52628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um documento profissional + apresentação oral para encerramento.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Comportamento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1719072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no horário e não falta sem justificativa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719072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Ativa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 com perguntas, debates e atividades em grupo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60520" cy="1719072"/>
          </a:xfrm>
          <a:prstGeom prst="rect">
            <a:avLst/>
          </a:prstGeom>
          <a:solidFill>
            <a:srgbClr val="005566"/>
          </a:solidFill>
          <a:ln w="12700">
            <a:solidFill>
              <a:srgbClr val="00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e Empatia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colegas, professor e as diferenças de opinião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60520" cy="1719072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atividades no prazo e demonstra dedicação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 Final 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143000"/>
          </a:xfrm>
          <a:prstGeom prst="rect">
            <a:avLst/>
          </a:prstGeom>
          <a:solidFill>
            <a:srgbClr val="003847"/>
          </a:solidFill>
          <a:ln w="12700">
            <a:solidFill>
              <a:srgbClr val="003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uma reunião profissional e, em seguida, redigir a ata oficial do encontro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185416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854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Equipes: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18541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4 a 5 alunos simulam um departamento ou empresa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157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715768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pauta, cargo de mediador, secretário e participantes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461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em Ação: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246120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a reunião com formalidade: abertura, debates, deliberações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776472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7764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da Ata: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776472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Secretário redige a ata com todos os elementos obrigatórios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306824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3068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430682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apresenta a ata para a turma e recebe feedback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9144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comunicação é a base de toda relação profissional de sucesso."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vamos desenvolver: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Clareza na fala e na escrita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Escuta ativa e empatia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Documentos profissionais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Confiança para se comunicar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8874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2026-08-19T17:25:42Z</dcterms:created>
  <dcterms:modified xsi:type="dcterms:W3CDTF">2026-08-19T17:25:42Z</dcterms:modified>
</cp:coreProperties>
</file>