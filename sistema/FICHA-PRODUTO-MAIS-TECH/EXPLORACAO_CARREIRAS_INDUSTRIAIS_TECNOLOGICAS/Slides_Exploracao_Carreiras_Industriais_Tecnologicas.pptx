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548640"/>
            <a:ext cx="3200400" cy="3200400"/>
          </a:xfrm>
          <a:prstGeom prst="ellipse">
            <a:avLst/>
          </a:prstGeom>
          <a:solidFill>
            <a:srgbClr val="7B1D4E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914400"/>
            <a:ext cx="2468880" cy="2468880"/>
          </a:xfrm>
          <a:prstGeom prst="ellipse">
            <a:avLst/>
          </a:prstGeom>
          <a:solidFill>
            <a:srgbClr val="6B14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11887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🏭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Exploração de Carreiras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Industriais e Tecnológicas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572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 ·  SENAI  ·  Iniciação Profissional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7B1D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Rio do Sul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Tech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2560320"/>
            <a:ext cx="36576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parceria entre SENAI e a Prefeitura Municipal de Rio do Sul para promover a Iniciação Profissional de jovens do 8º e 9º ano do Ensino Fundamental.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12080" y="457200"/>
            <a:ext cx="1737360" cy="1828800"/>
          </a:xfrm>
          <a:prstGeom prst="roundRect">
            <a:avLst>
              <a:gd name="adj" fmla="val 6316"/>
            </a:avLst>
          </a:prstGeom>
          <a:solidFill>
            <a:srgbClr val="4A0E2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731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212080" y="1554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Iniciação Profissional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40880" y="457200"/>
            <a:ext cx="1737360" cy="1828800"/>
          </a:xfrm>
          <a:prstGeom prst="roundRect">
            <a:avLst>
              <a:gd name="adj" fmla="val 6316"/>
            </a:avLst>
          </a:prstGeom>
          <a:solidFill>
            <a:srgbClr val="4A0E2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731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🏗️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040880" y="1554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Carreiras Industriais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560320"/>
            <a:ext cx="1737360" cy="1828800"/>
          </a:xfrm>
          <a:prstGeom prst="roundRect">
            <a:avLst>
              <a:gd name="adj" fmla="val 6316"/>
            </a:avLst>
          </a:prstGeom>
          <a:solidFill>
            <a:srgbClr val="4A0E2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834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21208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Carreiras em TI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2560320"/>
            <a:ext cx="1737360" cy="1828800"/>
          </a:xfrm>
          <a:prstGeom prst="roundRect">
            <a:avLst>
              <a:gd name="adj" fmla="val 6316"/>
            </a:avLst>
          </a:prstGeom>
          <a:solidFill>
            <a:srgbClr val="4A0E2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834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🌟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04088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 12–15 anos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85800"/>
          </a:xfrm>
          <a:prstGeom prst="rect">
            <a:avLst/>
          </a:prstGeom>
          <a:solidFill>
            <a:srgbClr val="7B1D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da Unidade Curricular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475488"/>
          </a:xfrm>
          <a:prstGeom prst="rect">
            <a:avLst/>
          </a:prstGeom>
          <a:solidFill>
            <a:srgbClr val="F0D9E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61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Curricular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16128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de Carreiras Industriais e Tecnológicas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618488"/>
            <a:ext cx="8686800" cy="475488"/>
          </a:xfrm>
          <a:prstGeom prst="rect">
            <a:avLst/>
          </a:prstGeom>
          <a:solidFill>
            <a:srgbClr val="FFF0F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6824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68249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139696"/>
            <a:ext cx="8686800" cy="475488"/>
          </a:xfrm>
          <a:prstGeom prst="rect">
            <a:avLst/>
          </a:prstGeom>
          <a:solidFill>
            <a:srgbClr val="F0D9E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203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 Total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20370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horas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2660904"/>
            <a:ext cx="8686800" cy="475488"/>
          </a:xfrm>
          <a:prstGeom prst="rect">
            <a:avLst/>
          </a:prstGeom>
          <a:solidFill>
            <a:srgbClr val="FFF0F5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724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272491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3182112"/>
            <a:ext cx="8686800" cy="475488"/>
          </a:xfrm>
          <a:prstGeom prst="rect">
            <a:avLst/>
          </a:prstGeom>
          <a:solidFill>
            <a:srgbClr val="F0D9E5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246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246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3703320"/>
            <a:ext cx="8686800" cy="475488"/>
          </a:xfrm>
          <a:prstGeom prst="rect">
            <a:avLst/>
          </a:prstGeom>
          <a:solidFill>
            <a:srgbClr val="FFF0F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767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376732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/ Prefeitura Municipal de Rio do Sul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4224528"/>
            <a:ext cx="8686800" cy="475488"/>
          </a:xfrm>
          <a:prstGeom prst="rect">
            <a:avLst/>
          </a:prstGeom>
          <a:solidFill>
            <a:srgbClr val="F0D9E5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2885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0" y="428853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do 8º e 9º ano do Ensino Fundamental (12–15 anos)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B1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365760"/>
            <a:ext cx="2743200" cy="2743200"/>
          </a:xfrm>
          <a:prstGeom prst="ellipse">
            <a:avLst/>
          </a:prstGeom>
          <a:solidFill>
            <a:srgbClr val="4A0E2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64008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👤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Conheça seu Professor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40690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 ____________________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432511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Formação: ____________________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58114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Experiência: ____________________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483717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/ E-mail: 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85800"/>
          </a:xfrm>
          <a:prstGeom prst="rect">
            <a:avLst/>
          </a:prstGeom>
          <a:solidFill>
            <a:srgbClr val="7B1D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Dinâmica — Avião de Papel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457200" cy="45720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0E2A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7465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aluno escreve seu NOME e 3 curiosidades sobre si mesmo em um papel.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295144"/>
            <a:ext cx="457200" cy="45720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0E2A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3500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Dobram o papel em formato de AVIÃO DE PAPEL.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898648"/>
            <a:ext cx="457200" cy="45720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0E2A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9535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sinal do professor, todos lançam o avião ao mesmo tempo.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502152"/>
            <a:ext cx="457200" cy="45720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0E2A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557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pega um avião que não é o seu e lê em voz alta para a turma.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105656"/>
            <a:ext cx="457200" cy="45720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0E2A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1605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turma tenta adivinhar de quem é o avião!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85800"/>
          </a:xfrm>
          <a:prstGeom prst="rect">
            <a:avLst/>
          </a:prstGeom>
          <a:solidFill>
            <a:srgbClr val="7B1D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Ensino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828800"/>
          </a:xfrm>
          <a:prstGeom prst="roundRect">
            <a:avLst>
              <a:gd name="adj" fmla="val 7500"/>
            </a:avLst>
          </a:prstGeom>
          <a:solidFill>
            <a:srgbClr val="4A0E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⏱️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horas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1828800"/>
          </a:xfrm>
          <a:prstGeom prst="roundRect">
            <a:avLst>
              <a:gd name="adj" fmla="val 7500"/>
            </a:avLst>
          </a:prstGeom>
          <a:solidFill>
            <a:srgbClr val="4A0E2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📅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4612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2331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encontros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2h cada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1828800"/>
          </a:xfrm>
          <a:prstGeom prst="roundRect">
            <a:avLst>
              <a:gd name="adj" fmla="val 7500"/>
            </a:avLst>
          </a:prstGeom>
          <a:solidFill>
            <a:srgbClr val="4A0E2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🏫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2648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331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LabTEC / SENAI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Percurso de Aprendizagem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Enc. 1–2: Abertura e Autoconhecimento (4h)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Enc. 3–4: Indústria 4.0 (4h)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69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Enc. 5–6: Carreiras Industriais (4h)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343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Enc. 7–8: Carreiras em TI (4h)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Enc. 9–10: Profissões do Futuro (4h)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35204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Enc. 11–12: Mapa de Habilidades (4h)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794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Enc. 13–14: Currículo para Jovens (4h)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4069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Enc. 15–16: LinkedIn e Networking (4h)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4343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Enc. 17–18: SENAI e Apresentação Final (4h)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Capacidades Técnicas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645920"/>
          </a:xfrm>
          <a:prstGeom prst="roundRect">
            <a:avLst>
              <a:gd name="adj" fmla="val 6667"/>
            </a:avLst>
          </a:prstGeom>
          <a:solidFill>
            <a:srgbClr val="7B1D4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07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CT1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perfis de carreira nas áreas industrial e tecnológica, compreendendo funções, requisitos e possibilidades de atuação.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4206240" cy="1645920"/>
          </a:xfrm>
          <a:prstGeom prst="roundRect">
            <a:avLst>
              <a:gd name="adj" fmla="val 6667"/>
            </a:avLst>
          </a:prstGeom>
          <a:solidFill>
            <a:srgbClr val="7B1D4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07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CT2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trajetórias profissionais de acordo com habilidades pessoais, interesses e demandas do mercado.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4206240" cy="1645920"/>
          </a:xfrm>
          <a:prstGeom prst="roundRect">
            <a:avLst>
              <a:gd name="adj" fmla="val 6667"/>
            </a:avLst>
          </a:prstGeom>
          <a:solidFill>
            <a:srgbClr val="7B1D4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90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CT3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as demandas do mercado de trabalho e as tendências tecnológicas emergentes (Indústria 4.0, automação, IA, IoT).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880360"/>
            <a:ext cx="4206240" cy="1645920"/>
          </a:xfrm>
          <a:prstGeom prst="roundRect">
            <a:avLst>
              <a:gd name="adj" fmla="val 6667"/>
            </a:avLst>
          </a:prstGeom>
          <a:solidFill>
            <a:srgbClr val="7B1D4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990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CT4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estratégias de pesquisa e networking para buscar oportunidades de formação e trabalho.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85800"/>
          </a:xfrm>
          <a:prstGeom prst="rect">
            <a:avLst/>
          </a:prstGeom>
          <a:solidFill>
            <a:srgbClr val="7B1D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Socioemocionais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4A0E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Autoconhecimento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1214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habilidades, interesses e valores pessoais.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4A0E2A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188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108960" y="1828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1214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proativamente diante de desafios e oportunidades.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4A0E2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188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1214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metas e traçar planos de ação realistas.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91640" y="283464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4A0E2A"/>
          </a:solidFill>
          <a:ln/>
        </p:spPr>
      </p:sp>
      <p:sp>
        <p:nvSpPr>
          <p:cNvPr id="18" name="Text 16"/>
          <p:cNvSpPr/>
          <p:nvPr/>
        </p:nvSpPr>
        <p:spPr>
          <a:xfrm>
            <a:off x="1691640" y="2926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💪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691640" y="35661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3858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obstáculos e aprender com erros e fracassos.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283464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4A0E2A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2926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526280" y="35661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Proatividade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3858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a frente sem esperar ser solicitado.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7B1D4E"/>
          </a:solidFill>
          <a:ln/>
        </p:spPr>
      </p:sp>
      <p:sp>
        <p:nvSpPr>
          <p:cNvPr id="3" name="Text 1"/>
          <p:cNvSpPr/>
          <p:nvPr/>
        </p:nvSpPr>
        <p:spPr>
          <a:xfrm>
            <a:off x="5120640" y="1828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🤖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Indústria 4.0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mundo do trabalho está mudando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Automação e Robótica — máquinas que executam tarefas antes humanas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21284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Inteligência Artificial — sistemas que aprendem e decidem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87121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IoT (Internet das Coisas) — objetos conectados à internet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52958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Big Data — análise de grandes volumes de dados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187952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Profissões do futuro: o que ainda não existe será criado por vocês!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6517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SC e Brasil: Santa Catarina lidera em tecnologia e indústria no Sul do país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2606040"/>
            <a:ext cx="3657600" cy="45720"/>
          </a:xfrm>
          <a:prstGeom prst="rect">
            <a:avLst/>
          </a:prstGeom>
          <a:solidFill>
            <a:srgbClr val="FFB3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85800"/>
          </a:xfrm>
          <a:prstGeom prst="rect">
            <a:avLst/>
          </a:prstGeom>
          <a:solidFill>
            <a:srgbClr val="7B1D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Carreiras Industriais e de TI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114800" cy="411480"/>
          </a:xfrm>
          <a:prstGeom prst="rect">
            <a:avLst/>
          </a:prstGeom>
          <a:solidFill>
            <a:srgbClr val="4A0E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Carreiras Industriais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Técnico de Manutenção Industrial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Eletrotécnica e Eletricidade Industrial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Mecatrônica e Automação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0815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Segurança do Trabalho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5844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Logística e Produção Industrial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4297680" cy="411480"/>
          </a:xfrm>
          <a:prstGeom prst="rect">
            <a:avLst/>
          </a:prstGeom>
          <a:solidFill>
            <a:srgbClr val="7B1D4E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Carreiras em TI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57276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Desenvolvimento de Software (front, back, mobile)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07568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Análise de Sistemas e Banco de Dados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57860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Suporte Técnico e Infraestrutura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08152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Segurança da Informação / Cibersegurança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58444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Ciência de Dados e Inteligência Artificial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" y="4480560"/>
            <a:ext cx="8686800" cy="4572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45079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Cada uma dessas carreiras oferece oportunidades reais no mercado de trabalho de Santa Catarina!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B1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de Carreira &amp; Marketing Pessoal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4A0E2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Mapa de Carreira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Autoconhecimento: habilidades e valores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92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Metas de curto, médio e longo prazo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76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Itinerários formativos: técnico, tecnólogo, graduação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4A0E2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Currículo para Jovens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Como elaborar seu primeiro currículo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892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Aprendiz e primeiro emprego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2276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Destaque habilidades e projetos escolares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4A0E2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 &amp; Networking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Criação de perfil profissional inicial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813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Como construir conexões relevantes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97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Postura profissional online e presencial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4A0E2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SENAI — Seu Caminho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429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Cursos técnicos e de qualificação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813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Estágio e aprendizagem industrial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4197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Carreiras com SENAI como ponto de partida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85800"/>
          </a:xfrm>
          <a:prstGeom prst="rect">
            <a:avLst/>
          </a:prstGeom>
          <a:solidFill>
            <a:srgbClr val="7B1D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Combinados da Turma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52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2070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guardado durante as aulas, exceto quando autorizado pelo professor.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075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0299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 com colegas, professor e com o espaço do laboratório (LabTEC).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8529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 — os encontros começam e terminam no horário combinado.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70332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721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36758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ativa: sua opinião e experiência são valorizadas!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52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7800" y="12070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 as atividades propostas com dedicação — elas valem nota.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075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20299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Proibido bullying, preconceito ou linguagem ofensiva — espaço seguro para todos.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57800" y="28529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os equipamentos do laboratório.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Avaliação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097280"/>
          </a:xfrm>
          <a:prstGeom prst="roundRect">
            <a:avLst>
              <a:gd name="adj" fmla="val 10000"/>
            </a:avLst>
          </a:prstGeom>
          <a:solidFill>
            <a:srgbClr val="7B1D4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80160" y="1234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em Atividades e Dinâmicas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Engajamento, presença ativa e contribuição nas aulas e dinâmicas.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32588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325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8595360" cy="1097280"/>
          </a:xfrm>
          <a:prstGeom prst="roundRect">
            <a:avLst>
              <a:gd name="adj" fmla="val 10000"/>
            </a:avLst>
          </a:prstGeom>
          <a:solidFill>
            <a:srgbClr val="7B1D4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🗺️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Carreira Individual (Projeto)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pessoal: trajetória, habilidades, metas e áreas de interesse.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56032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B30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560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8595360" cy="1097280"/>
          </a:xfrm>
          <a:prstGeom prst="roundRect">
            <a:avLst>
              <a:gd name="adj" fmla="val 10000"/>
            </a:avLst>
          </a:prstGeom>
          <a:solidFill>
            <a:srgbClr val="7B1D4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03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📄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80160" y="3703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Currículo e Perfil Profissional Inicial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114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do primeiro currículo e perfil no LinkedIn.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79476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94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é contínua e formativa — o processo importa tanto quanto o resultado final.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85800"/>
          </a:xfrm>
          <a:prstGeom prst="rect">
            <a:avLst/>
          </a:prstGeom>
          <a:solidFill>
            <a:srgbClr val="7B1D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Avaliação de Comportamento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 e as atitudes também fazem parte do seu desenvolvimento profissional!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4A0E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e Pontualidade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Comparecer às aulas e chegar no horário combina.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6459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4A0E2A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154680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 e Colaboração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2606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bem em equipe e respeitar colegas.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6459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4A0E2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35040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e Criatividade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606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ideias e tentar novas abordagens.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461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4A0E2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37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74320" y="3867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atividades com qualidade e no prazo.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32461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4A0E2A"/>
          </a:solidFill>
          <a:ln/>
        </p:spPr>
      </p:sp>
      <p:sp>
        <p:nvSpPr>
          <p:cNvPr id="23" name="Text 21"/>
          <p:cNvSpPr/>
          <p:nvPr/>
        </p:nvSpPr>
        <p:spPr>
          <a:xfrm>
            <a:off x="3154680" y="3337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🗣️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154680" y="3867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54680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Expressar-se de forma clara e profissional.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2461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4A0E2A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3337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035040" y="3867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Adaptabilidade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0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positivamente com mudanças e desafios.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🗺️  Situação de Aprendizagem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Final: Mapa de Carreira Pessoal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7B1D4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0020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0E2A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suas habilidades, interesses e valores pessoais.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7B1D4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60020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0E2A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Carreiras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103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2 carreiras que mais combinam com você e pesquise profundamente.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7B1D4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0E2A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do Mapa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mapa visual com: carreira escolhida, formação necessária, metas e primeiros passos.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7B1D4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15468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0E2A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657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seu mapa de carreira para a turma em até 5 minutos.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representa 40% da nota final. Seja criativo e mostre quem você quer ser!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365760"/>
            <a:ext cx="3657600" cy="3657600"/>
          </a:xfrm>
          <a:prstGeom prst="ellipse">
            <a:avLst/>
          </a:prstGeom>
          <a:solidFill>
            <a:srgbClr val="7B1D4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548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🚀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74320" y="329184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 futuro pertence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àqueles que acreditam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beleza de seus sonhos."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bem-vindo(a) ao Mais Tech · SENAI!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2026-08-19T17:25:49Z</dcterms:created>
  <dcterms:modified xsi:type="dcterms:W3CDTF">2026-08-19T17:25:49Z</dcterms:modified>
</cp:coreProperties>
</file>