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0"/>
            <a:ext cx="73152" cy="514350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27432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27432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55280" y="27432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27432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00584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0" y="100584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55280" y="100584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00584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173736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0" y="173736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55280" y="173736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73736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246888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89520" y="246888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55280" y="246888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246888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320040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89520" y="320040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320040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320040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393192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393192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955280" y="393192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3931920"/>
            <a:ext cx="54864" cy="54864"/>
          </a:xfrm>
          <a:prstGeom prst="ellipse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1874520"/>
            <a:ext cx="109728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4008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de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457200" y="123444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3D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457200" y="182880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Robótica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457200" y="2743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100" kern="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 ·  SENAI  ·  Iniciação Profissional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3108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8º e 9º ano · Ensino Fundamental · 36 horas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0033"/>
          </a:solidFill>
          <a:ln w="12700">
            <a:solidFill>
              <a:srgbClr val="1A00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23360" y="0"/>
            <a:ext cx="91440" cy="514350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144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TECH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2606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1920240" cy="14630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005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 3D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 · SLA · SLS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914400"/>
            <a:ext cx="1920240" cy="14630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005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1228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· Atuadores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651760"/>
            <a:ext cx="1920240" cy="14630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Digital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177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 · Modelagem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66560" y="2651760"/>
            <a:ext cx="1920240" cy="14630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7432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⚙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12280" y="3200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 Reais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 UC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Curricular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475488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93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2893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de Impressão 3D e Robótica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229600" cy="475488"/>
          </a:xfrm>
          <a:prstGeom prst="rect">
            <a:avLst/>
          </a:prstGeom>
          <a:solidFill>
            <a:srgbClr val="150028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922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7922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475488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295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 Total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2951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horas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475488"/>
          </a:xfrm>
          <a:prstGeom prst="rect">
            <a:avLst/>
          </a:prstGeom>
          <a:solidFill>
            <a:srgbClr val="150028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79806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Presencial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79806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horas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475488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30098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33009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— LabTEC SENAI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8229600" cy="475488"/>
          </a:xfrm>
          <a:prstGeom prst="rect">
            <a:avLst/>
          </a:prstGeom>
          <a:solidFill>
            <a:srgbClr val="150028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80390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38039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8º e 9º ano (12–15 anos)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51960"/>
            <a:ext cx="8229600" cy="475488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0682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83280" y="43068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VOU TE ACOMPANHAR?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Professor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1280160"/>
            <a:ext cx="2743200" cy="2743200"/>
          </a:xfrm>
          <a:prstGeom prst="ellipse">
            <a:avLst/>
          </a:prstGeom>
          <a:solidFill>
            <a:srgbClr val="2D0059"/>
          </a:solidFill>
          <a:ln w="381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1737360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👤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6217920" y="1371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645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0" y="2011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2286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9260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32918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3566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NOS CONHECER!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Turma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18872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é o seu nome?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2336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2588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577840" y="14630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já viu uma impressora 3D funcionando?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402336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514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188720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montou ou programou algum robô?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423160"/>
            <a:ext cx="402336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5146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577840" y="265176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mais te animou nesta oficina?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611880"/>
            <a:ext cx="402336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703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188720" y="3840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quer criar neste curso?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3611880"/>
            <a:ext cx="402336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703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577840" y="3840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profissão você pensa em seguir?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SERÁ O CURSO?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Ensino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347472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3977640" cy="50292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618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Impressão 3D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26187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impressão (FDM, SLA, SLS)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414016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350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uma impressora 3D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2889504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254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com Tinkercad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364992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3009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STL e fatiamento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384048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764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Prática: imprimir sua primeira peça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3977640" cy="347472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234440"/>
            <a:ext cx="3977640" cy="50292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2618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Robótica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1261872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18h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0" y="1938528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18745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da robótica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0" y="2414016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35000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sensores e atuadores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0" y="2889504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282549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robôs industriais e móveis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0" y="3364992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30098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trajetórias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029200" y="384048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2080" y="3776472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 3D + Robótica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Local: LabTEC SENAI —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APRENDER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Técnicas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06040" cy="15087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entre FDM, SLA e SLS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606040" cy="15087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01568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uma impressora 3D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2606040" cy="15087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36208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36208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Tinkercad para modelagem 3D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06040" cy="15087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Princípios de design para impressão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926080"/>
            <a:ext cx="2606040" cy="15087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401568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 fundamentais de um robô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926080"/>
            <a:ext cx="2606040" cy="15087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30175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36208" y="3566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robôs: industrial, serviço e móvel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PARA A VIDA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Socioemocionais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Criatividade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fora da caixa e criar soluções inovadoras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760720" y="1325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 e comunicar-se para alcançar objetivos comuns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6888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371600" y="2514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Inovador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Questionar e propor melhorias com tecnologia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46888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760720" y="2514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Problemas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desafios e encontrar soluções práticas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5760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37160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 Disciplina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atenção durante projetos e práticas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61188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5760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760720" y="37033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Aprendizagem Contínua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para aprender com erros e evoluir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1 — IMPRESSÃO 3D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Impressão 3D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35661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55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6304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Chuck Hull cria a estereolitografia (SLA)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37744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3042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304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o processo FDM (Fused Deposition Modeling)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92608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52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RepRap populariza impressoras 3D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47472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401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34015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impressoras 3D acessíveis ao público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023360"/>
            <a:ext cx="109728" cy="109728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3950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Medicina, moda, educação e indústria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234440"/>
            <a:ext cx="3931920" cy="160020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13258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Impressão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173736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1737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Filamento plástico extrudado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08483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20848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Resina curada com laser UV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43230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40680" y="243230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 sinterizado a laser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926080"/>
            <a:ext cx="3931920" cy="187452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0175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Funciona?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0060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Modelo 3D criado em software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00600" y="36758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Arquivo exportado em STL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00600" y="3922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Fatiamento define camadas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00600" y="416966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Impressora constrói camada a camada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00600" y="44165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Peça finalizada e tratada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DIGITAL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3D com Tinkercad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029200" cy="35661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Tinkercad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online gratuita da Autodesk — ideal para iniciantes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4754880" cy="475488"/>
          </a:xfrm>
          <a:prstGeom prst="rect">
            <a:avLst/>
          </a:prstGeom>
          <a:solidFill>
            <a:srgbClr val="1A0033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219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3D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2221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Navegação: girar, zoom e mover a câmera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2660904"/>
            <a:ext cx="4754880" cy="475488"/>
          </a:xfrm>
          <a:prstGeom prst="rect">
            <a:avLst/>
          </a:prstGeom>
          <a:solidFill>
            <a:srgbClr val="120025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734056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Sólidos Básicos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27340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Cubo, cilindro, esfera, cone e prisma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172968"/>
            <a:ext cx="4754880" cy="475488"/>
          </a:xfrm>
          <a:prstGeom prst="rect">
            <a:avLst/>
          </a:prstGeom>
          <a:solidFill>
            <a:srgbClr val="1A0033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46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Booleanas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46888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Unir, subtrair e agrupar objetos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3685032"/>
            <a:ext cx="4754880" cy="475488"/>
          </a:xfrm>
          <a:prstGeom prst="rect">
            <a:avLst/>
          </a:prstGeom>
          <a:solidFill>
            <a:srgbClr val="120025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7581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Régua e Alinhamento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375818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com precisão no plano XYZ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4197096"/>
            <a:ext cx="4754880" cy="475488"/>
          </a:xfrm>
          <a:prstGeom prst="rect">
            <a:avLst/>
          </a:prstGeom>
          <a:solidFill>
            <a:srgbClr val="1A0033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7024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STL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68880" y="4270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padrão para fatiadores (Cura, PrusaSlicer)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1234440"/>
            <a:ext cx="2971800" cy="35661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52160" y="13258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Fatiamento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(Slicing)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52160" y="2176272"/>
            <a:ext cx="82296" cy="8229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8464" y="2103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 STL em G-Code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52160" y="2615184"/>
            <a:ext cx="82296" cy="8229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98464" y="254203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espessura das camadas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852160" y="3054096"/>
            <a:ext cx="82296" cy="8229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98464" y="29809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velocidade e temperatura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52160" y="3493008"/>
            <a:ext cx="82296" cy="8229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98464" y="3419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suportes para peças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3931920"/>
            <a:ext cx="82296" cy="8229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98464" y="3858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tempo de impressão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852160" y="4370832"/>
            <a:ext cx="82296" cy="82296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98464" y="42976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Softwares: Cura, PrusaSlicer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2 — ROBÓTICA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Robótica: Fundamentos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31920" cy="141732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🕰 Histórico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1920: Termo "robô" criado por Karel Čapek  ·  1961: Primeiro robô industrial (Unimate)  ·  Hoje: IA + Robótica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931920" cy="141732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2984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Classificação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642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Industrial: 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52160" y="166420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Soldagem, pintura, montagem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0600" y="19568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Serviço: 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52160" y="195681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Medicina, limpeza, atendimento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22494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Móvel: 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22494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Drones, veículos autônomos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977640" cy="10058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Sensores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218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Detectam o ambiente  ·  Ultrassônico, infravermelho  ·  Câmera, giroscópio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3977640" cy="10058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8803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Atuadores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3218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Executam movimentos  ·  Motores DC e servo  ·  Solenoides e pistões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3977640" cy="10058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Controlador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" y="4315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Cérebro do robô  ·  Arduino, Raspberry Pi  ·  PLCs industriais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3931920"/>
            <a:ext cx="3977640" cy="10058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9776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Trajetórias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43159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a ponto (PTP)  ·  Movimento contínuo (CP)  ·  Planejamento de rotas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 + 🤖  Integração: Impressão 3D e Robótica — criar peças personalizadas para montar robôs reais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ACORDO!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 da Turma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37160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para pesquisar e registrar. Evite redes sociais durante a aula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23444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76072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1691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Respeite colegas, professor e os equipamentos do laboratório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2316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6888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37160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Chegue no horário — o laboratório tem regras de acesso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42316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46888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760720" y="2514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2880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Manuseie com cuidado — impressoras e robôs são frágeis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61188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5760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🗑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37160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a bancada limpa ao finalizar cada prática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611880"/>
            <a:ext cx="3977640" cy="10515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57600"/>
            <a:ext cx="777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🙋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76072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760720" y="40690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 sempre — não existe dúvida boba nesta turma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  ·  SENAI  ·  Rio do Sul Mais Tech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VOCÊ SERÁ AVALIADO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Avaliação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35661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651760" cy="54864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618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Prática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 nas atividades de laboratório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06324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999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correto dos equipamentos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1188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54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 e presença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1234440"/>
            <a:ext cx="2651760" cy="35661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337560" y="1234440"/>
            <a:ext cx="265176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2618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2900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e Protótipos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520440" y="251460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5032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 modelo 3D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20440" y="306324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85032" y="2999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impressão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61188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354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 com robótica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1234440"/>
            <a:ext cx="2651760" cy="356616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1234440"/>
            <a:ext cx="2651760" cy="5486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2618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309360" y="18288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 Coavaliação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251460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65392" y="24505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 individual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06324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65392" y="29992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entre pares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3611880"/>
            <a:ext cx="91440" cy="91440"/>
          </a:xfrm>
          <a:prstGeom prst="ellipse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65392" y="354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Reflexão sobre o aprendizado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mínima: 75%  ·  Situações de recuperação serão comunicadas ao longo do curso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PROFISSIONAL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Comportamento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772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25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Proativo, lidera, ajuda colegas, entrega além do esperado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417320"/>
            <a:ext cx="1920240" cy="502920"/>
          </a:xfrm>
          <a:prstGeom prst="rect">
            <a:avLst/>
          </a:prstGeom>
          <a:solidFill>
            <a:srgbClr val="00CC66"/>
          </a:solidFill>
          <a:ln w="12700">
            <a:solidFill>
              <a:srgbClr val="00CC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Participa, cumpre prazos, respeita regras do laboratório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1440180" cy="50292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63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mas pouco engajado, às vezes precisa de incentivo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3154680"/>
            <a:ext cx="960120" cy="502920"/>
          </a:xfrm>
          <a:prstGeom prst="rect">
            <a:avLst/>
          </a:prstGeom>
          <a:solidFill>
            <a:srgbClr val="FFAA00"/>
          </a:solidFill>
          <a:ln w="12700">
            <a:solidFill>
              <a:srgbClr val="FFAA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86200"/>
            <a:ext cx="8229600" cy="77724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Insuficiente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Faltoso, desatento, não respeita combinados da turma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023360"/>
            <a:ext cx="480060" cy="502920"/>
          </a:xfrm>
          <a:prstGeom prst="rect">
            <a:avLst/>
          </a:prstGeom>
          <a:solidFill>
            <a:srgbClr val="FF4444"/>
          </a:solidFill>
          <a:ln w="12700">
            <a:solidFill>
              <a:srgbClr val="F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influencia o desempenho final e a indicação para oportunidades do programa.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0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228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FINAL!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Aprendizagem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280160"/>
          </a:xfrm>
          <a:prstGeom prst="rect">
            <a:avLst/>
          </a:prstGeom>
          <a:solidFill>
            <a:srgbClr val="6A0DAD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9844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Projeto: Da Ideia ao Robô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equipe irá projetar e imprimir uma peça 3D personalizada para uso em robótica, montando um sistema funcional ao final do curso.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1554480" cy="205740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 &amp; Pesquisa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do problema e referências de design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48840" y="2697480"/>
            <a:ext cx="1554480" cy="205740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19456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3D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9456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da peça no Tinkercad + exportação STL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697480"/>
            <a:ext cx="1554480" cy="205740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88620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Impressão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8620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Fatiamento e impressão no laboratório SENAI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32120" y="2697480"/>
            <a:ext cx="1554480" cy="205740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7784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Robótica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7784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da peça impresa ao sistema robótico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2697480"/>
            <a:ext cx="1554480" cy="2057400"/>
          </a:xfrm>
          <a:prstGeom prst="rect">
            <a:avLst/>
          </a:prstGeom>
          <a:solidFill>
            <a:srgbClr val="2D0059"/>
          </a:solidFill>
          <a:ln w="12700">
            <a:solidFill>
              <a:srgbClr val="6A0D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7432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269480" y="32461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69480" y="37490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A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para a turma + avaliação em equipe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0020"/>
          </a:solidFill>
          <a:ln w="12700">
            <a:solidFill>
              <a:srgbClr val="0D0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melhor forma de aprender tecnologia é colocar a mão na massa!"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Oficinas de Impressão 3D e Robótica</dc:subject>
  <dc:creator>SENAI Rio do Sul Mais Tech</dc:creator>
  <cp:lastModifiedBy>SENAI Rio do Sul Mais Tech</cp:lastModifiedBy>
  <cp:revision>1</cp:revision>
  <dcterms:created xsi:type="dcterms:W3CDTF">2026-08-19T17:25:38Z</dcterms:created>
  <dcterms:modified xsi:type="dcterms:W3CDTF">2026-08-19T17:25:38Z</dcterms:modified>
</cp:coreProperties>
</file>